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omments/modernComment_101_3B1AFB27.xml" ContentType="application/vnd.ms-powerpoint.comment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8" r:id="rId4"/>
    <p:sldId id="259" r:id="rId5"/>
    <p:sldId id="260" r:id="rId6"/>
    <p:sldId id="263" r:id="rId7"/>
    <p:sldId id="264" r:id="rId8"/>
    <p:sldId id="265" r:id="rId9"/>
    <p:sldId id="266" r:id="rId10"/>
    <p:sldId id="26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687407D-8F98-1B35-6576-FE4BD728E233}" name="Guest User" initials="GU" userId="S::urn:spo:tenantanon#69914b71-428b-45cf-8376-db1d560a4702::" providerId="AD"/>
  <p188:author id="{61F39B80-5019-1088-2953-AA31654F754A}" name="Lauren Schambach" initials="LS" userId="S::Lauren.Schambach@deltares-usa.us::5403dc8e-a3e9-46a2-945b-5372a5fe957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B4BB78-5DFD-427C-820A-9C42B399AD86}" v="1415" dt="2025-08-15T14:59:59.279"/>
    <p1510:client id="{9E1DF5BC-2C3B-4D9F-B857-E1C66927AE84}" v="6" dt="2025-08-15T19:14:24.822"/>
    <p1510:client id="{C6065B47-EC33-436E-B654-79C8DA9F86EA}" v="1" dt="2025-08-14T20:36:41.8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4" y="3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tenantanon#69914b71-428b-45cf-8376-db1d560a4702::" providerId="AD" clId="Web-{12267C89-1A12-3596-1C64-53F31BE50CBE}"/>
    <pc:docChg chg="mod">
      <pc:chgData name="Guest User" userId="S::urn:spo:tenantanon#69914b71-428b-45cf-8376-db1d560a4702::" providerId="AD" clId="Web-{12267C89-1A12-3596-1C64-53F31BE50CBE}" dt="2025-07-31T18:52:37.298" v="0"/>
      <pc:docMkLst>
        <pc:docMk/>
      </pc:docMkLst>
    </pc:docChg>
  </pc:docChgLst>
  <pc:docChgLst>
    <pc:chgData name="Lauren Schambach" userId="5403dc8e-a3e9-46a2-945b-5372a5fe957e" providerId="ADAL" clId="{9E1DF5BC-2C3B-4D9F-B857-E1C66927AE84}"/>
    <pc:docChg chg="custSel delSld modSld">
      <pc:chgData name="Lauren Schambach" userId="5403dc8e-a3e9-46a2-945b-5372a5fe957e" providerId="ADAL" clId="{9E1DF5BC-2C3B-4D9F-B857-E1C66927AE84}" dt="2025-08-15T19:16:37.695" v="283" actId="20577"/>
      <pc:docMkLst>
        <pc:docMk/>
      </pc:docMkLst>
      <pc:sldChg chg="delSp modSp mod">
        <pc:chgData name="Lauren Schambach" userId="5403dc8e-a3e9-46a2-945b-5372a5fe957e" providerId="ADAL" clId="{9E1DF5BC-2C3B-4D9F-B857-E1C66927AE84}" dt="2025-08-15T19:16:37.695" v="283" actId="20577"/>
        <pc:sldMkLst>
          <pc:docMk/>
          <pc:sldMk cId="991623975" sldId="257"/>
        </pc:sldMkLst>
        <pc:spChg chg="mod">
          <ac:chgData name="Lauren Schambach" userId="5403dc8e-a3e9-46a2-945b-5372a5fe957e" providerId="ADAL" clId="{9E1DF5BC-2C3B-4D9F-B857-E1C66927AE84}" dt="2025-08-15T19:16:37.695" v="283" actId="20577"/>
          <ac:spMkLst>
            <pc:docMk/>
            <pc:sldMk cId="991623975" sldId="257"/>
            <ac:spMk id="4" creationId="{3EB0593C-55E1-8A40-4BDD-EA8684A50F41}"/>
          </ac:spMkLst>
        </pc:spChg>
        <pc:spChg chg="del">
          <ac:chgData name="Lauren Schambach" userId="5403dc8e-a3e9-46a2-945b-5372a5fe957e" providerId="ADAL" clId="{9E1DF5BC-2C3B-4D9F-B857-E1C66927AE84}" dt="2025-08-15T19:06:57.772" v="4" actId="478"/>
          <ac:spMkLst>
            <pc:docMk/>
            <pc:sldMk cId="991623975" sldId="257"/>
            <ac:spMk id="231" creationId="{E1918554-EA85-5260-57EB-C1CB97090C92}"/>
          </ac:spMkLst>
        </pc:spChg>
        <pc:picChg chg="del">
          <ac:chgData name="Lauren Schambach" userId="5403dc8e-a3e9-46a2-945b-5372a5fe957e" providerId="ADAL" clId="{9E1DF5BC-2C3B-4D9F-B857-E1C66927AE84}" dt="2025-08-15T19:06:58.396" v="5" actId="478"/>
          <ac:picMkLst>
            <pc:docMk/>
            <pc:sldMk cId="991623975" sldId="257"/>
            <ac:picMk id="226" creationId="{773999AA-62DF-6EEA-915D-13E4BFDEAD31}"/>
          </ac:picMkLst>
        </pc:picChg>
      </pc:sldChg>
      <pc:sldChg chg="delSp mod">
        <pc:chgData name="Lauren Schambach" userId="5403dc8e-a3e9-46a2-945b-5372a5fe957e" providerId="ADAL" clId="{9E1DF5BC-2C3B-4D9F-B857-E1C66927AE84}" dt="2025-08-15T19:07:07.379" v="9" actId="478"/>
        <pc:sldMkLst>
          <pc:docMk/>
          <pc:sldMk cId="1992443183" sldId="260"/>
        </pc:sldMkLst>
        <pc:spChg chg="del">
          <ac:chgData name="Lauren Schambach" userId="5403dc8e-a3e9-46a2-945b-5372a5fe957e" providerId="ADAL" clId="{9E1DF5BC-2C3B-4D9F-B857-E1C66927AE84}" dt="2025-08-15T19:07:06.912" v="8" actId="478"/>
          <ac:spMkLst>
            <pc:docMk/>
            <pc:sldMk cId="1992443183" sldId="260"/>
            <ac:spMk id="219" creationId="{3205AF6E-2985-6966-A6BD-C37EE7A2B3E9}"/>
          </ac:spMkLst>
        </pc:spChg>
        <pc:picChg chg="del">
          <ac:chgData name="Lauren Schambach" userId="5403dc8e-a3e9-46a2-945b-5372a5fe957e" providerId="ADAL" clId="{9E1DF5BC-2C3B-4D9F-B857-E1C66927AE84}" dt="2025-08-15T19:07:07.379" v="9" actId="478"/>
          <ac:picMkLst>
            <pc:docMk/>
            <pc:sldMk cId="1992443183" sldId="260"/>
            <ac:picMk id="213" creationId="{7B31E25A-DDBD-E029-2845-6150704C76BA}"/>
          </ac:picMkLst>
        </pc:picChg>
      </pc:sldChg>
      <pc:sldChg chg="delSp del mod">
        <pc:chgData name="Lauren Schambach" userId="5403dc8e-a3e9-46a2-945b-5372a5fe957e" providerId="ADAL" clId="{9E1DF5BC-2C3B-4D9F-B857-E1C66927AE84}" dt="2025-08-15T19:11:01.328" v="135" actId="47"/>
        <pc:sldMkLst>
          <pc:docMk/>
          <pc:sldMk cId="2854460865" sldId="261"/>
        </pc:sldMkLst>
        <pc:spChg chg="del">
          <ac:chgData name="Lauren Schambach" userId="5403dc8e-a3e9-46a2-945b-5372a5fe957e" providerId="ADAL" clId="{9E1DF5BC-2C3B-4D9F-B857-E1C66927AE84}" dt="2025-08-15T19:07:09.613" v="10" actId="478"/>
          <ac:spMkLst>
            <pc:docMk/>
            <pc:sldMk cId="2854460865" sldId="261"/>
            <ac:spMk id="219" creationId="{ED83F820-7B1B-11A4-28CC-738B509CBDB3}"/>
          </ac:spMkLst>
        </pc:spChg>
        <pc:picChg chg="del">
          <ac:chgData name="Lauren Schambach" userId="5403dc8e-a3e9-46a2-945b-5372a5fe957e" providerId="ADAL" clId="{9E1DF5BC-2C3B-4D9F-B857-E1C66927AE84}" dt="2025-08-15T19:07:10.208" v="11" actId="478"/>
          <ac:picMkLst>
            <pc:docMk/>
            <pc:sldMk cId="2854460865" sldId="261"/>
            <ac:picMk id="213" creationId="{8D7BD90F-C6F1-9D80-90EE-73ECC67642AB}"/>
          </ac:picMkLst>
        </pc:picChg>
      </pc:sldChg>
      <pc:sldChg chg="del">
        <pc:chgData name="Lauren Schambach" userId="5403dc8e-a3e9-46a2-945b-5372a5fe957e" providerId="ADAL" clId="{9E1DF5BC-2C3B-4D9F-B857-E1C66927AE84}" dt="2025-08-15T18:05:40.332" v="0" actId="47"/>
        <pc:sldMkLst>
          <pc:docMk/>
          <pc:sldMk cId="1014697298" sldId="262"/>
        </pc:sldMkLst>
      </pc:sldChg>
      <pc:sldChg chg="addSp modSp mod">
        <pc:chgData name="Lauren Schambach" userId="5403dc8e-a3e9-46a2-945b-5372a5fe957e" providerId="ADAL" clId="{9E1DF5BC-2C3B-4D9F-B857-E1C66927AE84}" dt="2025-08-15T19:10:38.114" v="134" actId="207"/>
        <pc:sldMkLst>
          <pc:docMk/>
          <pc:sldMk cId="2642022379" sldId="263"/>
        </pc:sldMkLst>
        <pc:spChg chg="mod">
          <ac:chgData name="Lauren Schambach" userId="5403dc8e-a3e9-46a2-945b-5372a5fe957e" providerId="ADAL" clId="{9E1DF5BC-2C3B-4D9F-B857-E1C66927AE84}" dt="2025-08-15T19:07:37.379" v="62" actId="1038"/>
          <ac:spMkLst>
            <pc:docMk/>
            <pc:sldMk cId="2642022379" sldId="263"/>
            <ac:spMk id="10" creationId="{E27087C1-7F61-0A00-D162-FBD700C397A0}"/>
          </ac:spMkLst>
        </pc:spChg>
        <pc:spChg chg="add mod">
          <ac:chgData name="Lauren Schambach" userId="5403dc8e-a3e9-46a2-945b-5372a5fe957e" providerId="ADAL" clId="{9E1DF5BC-2C3B-4D9F-B857-E1C66927AE84}" dt="2025-08-15T19:08:38.767" v="77" actId="1076"/>
          <ac:spMkLst>
            <pc:docMk/>
            <pc:sldMk cId="2642022379" sldId="263"/>
            <ac:spMk id="12" creationId="{9587BA1D-A9EE-613A-877C-721F0A631953}"/>
          </ac:spMkLst>
        </pc:spChg>
        <pc:spChg chg="add mod">
          <ac:chgData name="Lauren Schambach" userId="5403dc8e-a3e9-46a2-945b-5372a5fe957e" providerId="ADAL" clId="{9E1DF5BC-2C3B-4D9F-B857-E1C66927AE84}" dt="2025-08-15T19:09:23.539" v="85" actId="1076"/>
          <ac:spMkLst>
            <pc:docMk/>
            <pc:sldMk cId="2642022379" sldId="263"/>
            <ac:spMk id="15" creationId="{B1B45534-D0D1-4B57-3F2D-9393865EC311}"/>
          </ac:spMkLst>
        </pc:spChg>
        <pc:spChg chg="mod">
          <ac:chgData name="Lauren Schambach" userId="5403dc8e-a3e9-46a2-945b-5372a5fe957e" providerId="ADAL" clId="{9E1DF5BC-2C3B-4D9F-B857-E1C66927AE84}" dt="2025-08-15T19:07:37.379" v="62" actId="1038"/>
          <ac:spMkLst>
            <pc:docMk/>
            <pc:sldMk cId="2642022379" sldId="263"/>
            <ac:spMk id="17" creationId="{889CE586-0742-CAEA-E4C2-109A6453D39A}"/>
          </ac:spMkLst>
        </pc:spChg>
        <pc:spChg chg="mod">
          <ac:chgData name="Lauren Schambach" userId="5403dc8e-a3e9-46a2-945b-5372a5fe957e" providerId="ADAL" clId="{9E1DF5BC-2C3B-4D9F-B857-E1C66927AE84}" dt="2025-08-15T19:07:37.379" v="62" actId="1038"/>
          <ac:spMkLst>
            <pc:docMk/>
            <pc:sldMk cId="2642022379" sldId="263"/>
            <ac:spMk id="19" creationId="{F066925B-CBE1-41E4-D91F-13CC2509BE4E}"/>
          </ac:spMkLst>
        </pc:spChg>
        <pc:spChg chg="mod">
          <ac:chgData name="Lauren Schambach" userId="5403dc8e-a3e9-46a2-945b-5372a5fe957e" providerId="ADAL" clId="{9E1DF5BC-2C3B-4D9F-B857-E1C66927AE84}" dt="2025-08-15T19:07:28.812" v="13" actId="1076"/>
          <ac:spMkLst>
            <pc:docMk/>
            <pc:sldMk cId="2642022379" sldId="263"/>
            <ac:spMk id="25" creationId="{C8BE23EC-5E6F-8256-BD00-CB5509BF7A19}"/>
          </ac:spMkLst>
        </pc:spChg>
        <pc:spChg chg="add mod">
          <ac:chgData name="Lauren Schambach" userId="5403dc8e-a3e9-46a2-945b-5372a5fe957e" providerId="ADAL" clId="{9E1DF5BC-2C3B-4D9F-B857-E1C66927AE84}" dt="2025-08-15T19:10:33.814" v="133" actId="1582"/>
          <ac:spMkLst>
            <pc:docMk/>
            <pc:sldMk cId="2642022379" sldId="263"/>
            <ac:spMk id="30" creationId="{5F64C0F7-8D92-913C-0DDB-EE426391353C}"/>
          </ac:spMkLst>
        </pc:spChg>
        <pc:spChg chg="add mod">
          <ac:chgData name="Lauren Schambach" userId="5403dc8e-a3e9-46a2-945b-5372a5fe957e" providerId="ADAL" clId="{9E1DF5BC-2C3B-4D9F-B857-E1C66927AE84}" dt="2025-08-15T19:10:38.114" v="134" actId="207"/>
          <ac:spMkLst>
            <pc:docMk/>
            <pc:sldMk cId="2642022379" sldId="263"/>
            <ac:spMk id="31" creationId="{2258E737-738C-D505-A661-7CA09DE168C4}"/>
          </ac:spMkLst>
        </pc:spChg>
        <pc:spChg chg="mod">
          <ac:chgData name="Lauren Schambach" userId="5403dc8e-a3e9-46a2-945b-5372a5fe957e" providerId="ADAL" clId="{9E1DF5BC-2C3B-4D9F-B857-E1C66927AE84}" dt="2025-08-15T19:07:52.258" v="63" actId="1076"/>
          <ac:spMkLst>
            <pc:docMk/>
            <pc:sldMk cId="2642022379" sldId="263"/>
            <ac:spMk id="219" creationId="{DC4D046E-7B36-3622-F9CD-ECEC6466D9BB}"/>
          </ac:spMkLst>
        </pc:spChg>
        <pc:picChg chg="add mod">
          <ac:chgData name="Lauren Schambach" userId="5403dc8e-a3e9-46a2-945b-5372a5fe957e" providerId="ADAL" clId="{9E1DF5BC-2C3B-4D9F-B857-E1C66927AE84}" dt="2025-08-15T19:08:38.767" v="77" actId="1076"/>
          <ac:picMkLst>
            <pc:docMk/>
            <pc:sldMk cId="2642022379" sldId="263"/>
            <ac:picMk id="9" creationId="{4498492F-ECCA-6874-8A20-2C19B09DF2AF}"/>
          </ac:picMkLst>
        </pc:picChg>
        <pc:picChg chg="mod">
          <ac:chgData name="Lauren Schambach" userId="5403dc8e-a3e9-46a2-945b-5372a5fe957e" providerId="ADAL" clId="{9E1DF5BC-2C3B-4D9F-B857-E1C66927AE84}" dt="2025-08-15T19:07:37.379" v="62" actId="1038"/>
          <ac:picMkLst>
            <pc:docMk/>
            <pc:sldMk cId="2642022379" sldId="263"/>
            <ac:picMk id="16" creationId="{810D2EE5-F8AD-C08A-92C9-4197B1B47F13}"/>
          </ac:picMkLst>
        </pc:picChg>
        <pc:picChg chg="mod">
          <ac:chgData name="Lauren Schambach" userId="5403dc8e-a3e9-46a2-945b-5372a5fe957e" providerId="ADAL" clId="{9E1DF5BC-2C3B-4D9F-B857-E1C66927AE84}" dt="2025-08-15T19:07:37.379" v="62" actId="1038"/>
          <ac:picMkLst>
            <pc:docMk/>
            <pc:sldMk cId="2642022379" sldId="263"/>
            <ac:picMk id="18" creationId="{61DDF52C-1840-30A4-829E-0588679D11DD}"/>
          </ac:picMkLst>
        </pc:picChg>
        <pc:picChg chg="mod">
          <ac:chgData name="Lauren Schambach" userId="5403dc8e-a3e9-46a2-945b-5372a5fe957e" providerId="ADAL" clId="{9E1DF5BC-2C3B-4D9F-B857-E1C66927AE84}" dt="2025-08-15T19:07:23.190" v="12" actId="1076"/>
          <ac:picMkLst>
            <pc:docMk/>
            <pc:sldMk cId="2642022379" sldId="263"/>
            <ac:picMk id="22" creationId="{E2EACD4A-DE9E-7CCC-39C1-6542B13385FE}"/>
          </ac:picMkLst>
        </pc:picChg>
        <pc:picChg chg="mod">
          <ac:chgData name="Lauren Schambach" userId="5403dc8e-a3e9-46a2-945b-5372a5fe957e" providerId="ADAL" clId="{9E1DF5BC-2C3B-4D9F-B857-E1C66927AE84}" dt="2025-08-15T19:07:52.258" v="63" actId="1076"/>
          <ac:picMkLst>
            <pc:docMk/>
            <pc:sldMk cId="2642022379" sldId="263"/>
            <ac:picMk id="213" creationId="{F468E89F-95E9-554A-6342-41CEB3FA0BBC}"/>
          </ac:picMkLst>
        </pc:picChg>
        <pc:cxnChg chg="add mod">
          <ac:chgData name="Lauren Schambach" userId="5403dc8e-a3e9-46a2-945b-5372a5fe957e" providerId="ADAL" clId="{9E1DF5BC-2C3B-4D9F-B857-E1C66927AE84}" dt="2025-08-15T19:09:23.539" v="85" actId="1076"/>
          <ac:cxnSpMkLst>
            <pc:docMk/>
            <pc:sldMk cId="2642022379" sldId="263"/>
            <ac:cxnSpMk id="5" creationId="{B96DE91D-85D8-2E95-26E6-0AB1C0B1FC67}"/>
          </ac:cxnSpMkLst>
        </pc:cxnChg>
        <pc:cxnChg chg="mod">
          <ac:chgData name="Lauren Schambach" userId="5403dc8e-a3e9-46a2-945b-5372a5fe957e" providerId="ADAL" clId="{9E1DF5BC-2C3B-4D9F-B857-E1C66927AE84}" dt="2025-08-15T19:07:37.379" v="62" actId="1038"/>
          <ac:cxnSpMkLst>
            <pc:docMk/>
            <pc:sldMk cId="2642022379" sldId="263"/>
            <ac:cxnSpMk id="11" creationId="{83BFDF67-A10E-DB40-76C8-8439D36BFB14}"/>
          </ac:cxnSpMkLst>
        </pc:cxnChg>
      </pc:sldChg>
      <pc:sldChg chg="addSp delSp modSp mod">
        <pc:chgData name="Lauren Schambach" userId="5403dc8e-a3e9-46a2-945b-5372a5fe957e" providerId="ADAL" clId="{9E1DF5BC-2C3B-4D9F-B857-E1C66927AE84}" dt="2025-08-15T19:13:54.888" v="165" actId="1076"/>
        <pc:sldMkLst>
          <pc:docMk/>
          <pc:sldMk cId="2079203803" sldId="264"/>
        </pc:sldMkLst>
        <pc:spChg chg="del">
          <ac:chgData name="Lauren Schambach" userId="5403dc8e-a3e9-46a2-945b-5372a5fe957e" providerId="ADAL" clId="{9E1DF5BC-2C3B-4D9F-B857-E1C66927AE84}" dt="2025-08-15T19:11:46.275" v="143" actId="478"/>
          <ac:spMkLst>
            <pc:docMk/>
            <pc:sldMk cId="2079203803" sldId="264"/>
            <ac:spMk id="2" creationId="{4B34492D-8D6F-565E-6597-8D2558178F4D}"/>
          </ac:spMkLst>
        </pc:spChg>
        <pc:spChg chg="add del mod">
          <ac:chgData name="Lauren Schambach" userId="5403dc8e-a3e9-46a2-945b-5372a5fe957e" providerId="ADAL" clId="{9E1DF5BC-2C3B-4D9F-B857-E1C66927AE84}" dt="2025-08-15T19:11:47.866" v="144" actId="478"/>
          <ac:spMkLst>
            <pc:docMk/>
            <pc:sldMk cId="2079203803" sldId="264"/>
            <ac:spMk id="4" creationId="{1A2CCF02-5A0A-C4B5-943F-9CFFAAFFF498}"/>
          </ac:spMkLst>
        </pc:spChg>
        <pc:spChg chg="del">
          <ac:chgData name="Lauren Schambach" userId="5403dc8e-a3e9-46a2-945b-5372a5fe957e" providerId="ADAL" clId="{9E1DF5BC-2C3B-4D9F-B857-E1C66927AE84}" dt="2025-08-15T19:11:44.962" v="142" actId="478"/>
          <ac:spMkLst>
            <pc:docMk/>
            <pc:sldMk cId="2079203803" sldId="264"/>
            <ac:spMk id="5" creationId="{D11F84C9-80B5-C182-42B1-7424C57AC6F0}"/>
          </ac:spMkLst>
        </pc:spChg>
        <pc:spChg chg="mod">
          <ac:chgData name="Lauren Schambach" userId="5403dc8e-a3e9-46a2-945b-5372a5fe957e" providerId="ADAL" clId="{9E1DF5BC-2C3B-4D9F-B857-E1C66927AE84}" dt="2025-08-15T19:13:49.584" v="164" actId="1076"/>
          <ac:spMkLst>
            <pc:docMk/>
            <pc:sldMk cId="2079203803" sldId="264"/>
            <ac:spMk id="39" creationId="{A00F7AA7-DDE8-C50D-F85D-AA69B48118F5}"/>
          </ac:spMkLst>
        </pc:spChg>
        <pc:picChg chg="add mod modCrop">
          <ac:chgData name="Lauren Schambach" userId="5403dc8e-a3e9-46a2-945b-5372a5fe957e" providerId="ADAL" clId="{9E1DF5BC-2C3B-4D9F-B857-E1C66927AE84}" dt="2025-08-15T19:12:45.403" v="151" actId="732"/>
          <ac:picMkLst>
            <pc:docMk/>
            <pc:sldMk cId="2079203803" sldId="264"/>
            <ac:picMk id="7" creationId="{50762CC6-F287-857B-E7C5-668FA47A2762}"/>
          </ac:picMkLst>
        </pc:picChg>
        <pc:picChg chg="del">
          <ac:chgData name="Lauren Schambach" userId="5403dc8e-a3e9-46a2-945b-5372a5fe957e" providerId="ADAL" clId="{9E1DF5BC-2C3B-4D9F-B857-E1C66927AE84}" dt="2025-08-15T19:11:41.186" v="140" actId="478"/>
          <ac:picMkLst>
            <pc:docMk/>
            <pc:sldMk cId="2079203803" sldId="264"/>
            <ac:picMk id="8" creationId="{7A774CF1-BA1F-8950-3CF5-9C76A957D55F}"/>
          </ac:picMkLst>
        </pc:picChg>
        <pc:picChg chg="add mod">
          <ac:chgData name="Lauren Schambach" userId="5403dc8e-a3e9-46a2-945b-5372a5fe957e" providerId="ADAL" clId="{9E1DF5BC-2C3B-4D9F-B857-E1C66927AE84}" dt="2025-08-15T19:13:54.888" v="165" actId="1076"/>
          <ac:picMkLst>
            <pc:docMk/>
            <pc:sldMk cId="2079203803" sldId="264"/>
            <ac:picMk id="10" creationId="{6C02B133-2860-9B78-CCE9-12B2C2F45C12}"/>
          </ac:picMkLst>
        </pc:picChg>
        <pc:picChg chg="del mod modCrop">
          <ac:chgData name="Lauren Schambach" userId="5403dc8e-a3e9-46a2-945b-5372a5fe957e" providerId="ADAL" clId="{9E1DF5BC-2C3B-4D9F-B857-E1C66927AE84}" dt="2025-08-15T19:11:39.689" v="138" actId="478"/>
          <ac:picMkLst>
            <pc:docMk/>
            <pc:sldMk cId="2079203803" sldId="264"/>
            <ac:picMk id="31" creationId="{2C7E7B96-E697-F82D-13E7-D504B784CB73}"/>
          </ac:picMkLst>
        </pc:picChg>
        <pc:cxnChg chg="add mod">
          <ac:chgData name="Lauren Schambach" userId="5403dc8e-a3e9-46a2-945b-5372a5fe957e" providerId="ADAL" clId="{9E1DF5BC-2C3B-4D9F-B857-E1C66927AE84}" dt="2025-08-15T19:13:36.072" v="160" actId="13822"/>
          <ac:cxnSpMkLst>
            <pc:docMk/>
            <pc:sldMk cId="2079203803" sldId="264"/>
            <ac:cxnSpMk id="12" creationId="{1A8643A1-2057-138A-1800-7BC2570CE488}"/>
          </ac:cxnSpMkLst>
        </pc:cxnChg>
        <pc:cxnChg chg="add mod">
          <ac:chgData name="Lauren Schambach" userId="5403dc8e-a3e9-46a2-945b-5372a5fe957e" providerId="ADAL" clId="{9E1DF5BC-2C3B-4D9F-B857-E1C66927AE84}" dt="2025-08-15T19:13:45.620" v="163" actId="1076"/>
          <ac:cxnSpMkLst>
            <pc:docMk/>
            <pc:sldMk cId="2079203803" sldId="264"/>
            <ac:cxnSpMk id="13" creationId="{C0C39CEA-1A7F-93A6-D066-39E0059B1F11}"/>
          </ac:cxnSpMkLst>
        </pc:cxnChg>
        <pc:cxnChg chg="del">
          <ac:chgData name="Lauren Schambach" userId="5403dc8e-a3e9-46a2-945b-5372a5fe957e" providerId="ADAL" clId="{9E1DF5BC-2C3B-4D9F-B857-E1C66927AE84}" dt="2025-08-15T19:11:41.943" v="141" actId="478"/>
          <ac:cxnSpMkLst>
            <pc:docMk/>
            <pc:sldMk cId="2079203803" sldId="264"/>
            <ac:cxnSpMk id="33" creationId="{DAAA6459-8483-427E-35ED-EB4B6160E560}"/>
          </ac:cxnSpMkLst>
        </pc:cxnChg>
        <pc:cxnChg chg="del">
          <ac:chgData name="Lauren Schambach" userId="5403dc8e-a3e9-46a2-945b-5372a5fe957e" providerId="ADAL" clId="{9E1DF5BC-2C3B-4D9F-B857-E1C66927AE84}" dt="2025-08-15T19:11:40.630" v="139" actId="478"/>
          <ac:cxnSpMkLst>
            <pc:docMk/>
            <pc:sldMk cId="2079203803" sldId="264"/>
            <ac:cxnSpMk id="37" creationId="{CE5A92F8-394B-BD6B-73A7-E6BEAE9857C6}"/>
          </ac:cxnSpMkLst>
        </pc:cxnChg>
      </pc:sldChg>
      <pc:sldChg chg="modSp mod">
        <pc:chgData name="Lauren Schambach" userId="5403dc8e-a3e9-46a2-945b-5372a5fe957e" providerId="ADAL" clId="{9E1DF5BC-2C3B-4D9F-B857-E1C66927AE84}" dt="2025-08-15T19:14:52.858" v="244" actId="1076"/>
        <pc:sldMkLst>
          <pc:docMk/>
          <pc:sldMk cId="383492729" sldId="265"/>
        </pc:sldMkLst>
        <pc:spChg chg="mod">
          <ac:chgData name="Lauren Schambach" userId="5403dc8e-a3e9-46a2-945b-5372a5fe957e" providerId="ADAL" clId="{9E1DF5BC-2C3B-4D9F-B857-E1C66927AE84}" dt="2025-08-15T19:14:52.858" v="244" actId="1076"/>
          <ac:spMkLst>
            <pc:docMk/>
            <pc:sldMk cId="383492729" sldId="265"/>
            <ac:spMk id="9" creationId="{DA146EB9-36CF-8798-CBB3-D1CBDB26BD5E}"/>
          </ac:spMkLst>
        </pc:spChg>
      </pc:sldChg>
      <pc:sldChg chg="delSp mod">
        <pc:chgData name="Lauren Schambach" userId="5403dc8e-a3e9-46a2-945b-5372a5fe957e" providerId="ADAL" clId="{9E1DF5BC-2C3B-4D9F-B857-E1C66927AE84}" dt="2025-08-15T19:07:04.321" v="7" actId="478"/>
        <pc:sldMkLst>
          <pc:docMk/>
          <pc:sldMk cId="292572615" sldId="268"/>
        </pc:sldMkLst>
        <pc:spChg chg="del">
          <ac:chgData name="Lauren Schambach" userId="5403dc8e-a3e9-46a2-945b-5372a5fe957e" providerId="ADAL" clId="{9E1DF5BC-2C3B-4D9F-B857-E1C66927AE84}" dt="2025-08-15T19:07:03.811" v="6" actId="478"/>
          <ac:spMkLst>
            <pc:docMk/>
            <pc:sldMk cId="292572615" sldId="268"/>
            <ac:spMk id="50" creationId="{46D1CF2B-DC37-F03B-9A82-6D9C527F97EA}"/>
          </ac:spMkLst>
        </pc:spChg>
        <pc:picChg chg="del">
          <ac:chgData name="Lauren Schambach" userId="5403dc8e-a3e9-46a2-945b-5372a5fe957e" providerId="ADAL" clId="{9E1DF5BC-2C3B-4D9F-B857-E1C66927AE84}" dt="2025-08-15T19:07:04.321" v="7" actId="478"/>
          <ac:picMkLst>
            <pc:docMk/>
            <pc:sldMk cId="292572615" sldId="268"/>
            <ac:picMk id="45" creationId="{87DD7104-40CF-9884-D50F-2EB7851C1A3B}"/>
          </ac:picMkLst>
        </pc:picChg>
      </pc:sldChg>
    </pc:docChg>
  </pc:docChgLst>
  <pc:docChgLst>
    <pc:chgData name="Lauren Schambach" userId="5403dc8e-a3e9-46a2-945b-5372a5fe957e" providerId="ADAL" clId="{1EB4BB78-5DFD-427C-820A-9C42B399AD86}"/>
    <pc:docChg chg="undo custSel addSld delSld modSld">
      <pc:chgData name="Lauren Schambach" userId="5403dc8e-a3e9-46a2-945b-5372a5fe957e" providerId="ADAL" clId="{1EB4BB78-5DFD-427C-820A-9C42B399AD86}" dt="2025-08-15T15:00:22.938" v="3075" actId="478"/>
      <pc:docMkLst>
        <pc:docMk/>
      </pc:docMkLst>
      <pc:sldChg chg="delSp modSp mod">
        <pc:chgData name="Lauren Schambach" userId="5403dc8e-a3e9-46a2-945b-5372a5fe957e" providerId="ADAL" clId="{1EB4BB78-5DFD-427C-820A-9C42B399AD86}" dt="2025-07-24T19:15:13.190" v="1232" actId="478"/>
        <pc:sldMkLst>
          <pc:docMk/>
          <pc:sldMk cId="2625251877" sldId="256"/>
        </pc:sldMkLst>
      </pc:sldChg>
      <pc:sldChg chg="addSp delSp modSp mod">
        <pc:chgData name="Lauren Schambach" userId="5403dc8e-a3e9-46a2-945b-5372a5fe957e" providerId="ADAL" clId="{1EB4BB78-5DFD-427C-820A-9C42B399AD86}" dt="2025-08-15T14:38:56.335" v="2846" actId="20577"/>
        <pc:sldMkLst>
          <pc:docMk/>
          <pc:sldMk cId="991623975" sldId="257"/>
        </pc:sldMkLst>
        <pc:spChg chg="mod">
          <ac:chgData name="Lauren Schambach" userId="5403dc8e-a3e9-46a2-945b-5372a5fe957e" providerId="ADAL" clId="{1EB4BB78-5DFD-427C-820A-9C42B399AD86}" dt="2025-07-24T19:15:05.919" v="1223" actId="20577"/>
          <ac:spMkLst>
            <pc:docMk/>
            <pc:sldMk cId="991623975" sldId="257"/>
            <ac:spMk id="2" creationId="{2AFF47F8-E551-EF0B-33C3-B318A0BEDCAE}"/>
          </ac:spMkLst>
        </pc:spChg>
        <pc:spChg chg="mod">
          <ac:chgData name="Lauren Schambach" userId="5403dc8e-a3e9-46a2-945b-5372a5fe957e" providerId="ADAL" clId="{1EB4BB78-5DFD-427C-820A-9C42B399AD86}" dt="2025-08-15T14:38:56.335" v="2846" actId="20577"/>
          <ac:spMkLst>
            <pc:docMk/>
            <pc:sldMk cId="991623975" sldId="257"/>
            <ac:spMk id="4" creationId="{3EB0593C-55E1-8A40-4BDD-EA8684A50F41}"/>
          </ac:spMkLst>
        </pc:spChg>
        <pc:spChg chg="add mod">
          <ac:chgData name="Lauren Schambach" userId="5403dc8e-a3e9-46a2-945b-5372a5fe957e" providerId="ADAL" clId="{1EB4BB78-5DFD-427C-820A-9C42B399AD86}" dt="2025-07-24T17:58:21.035" v="845"/>
          <ac:spMkLst>
            <pc:docMk/>
            <pc:sldMk cId="991623975" sldId="257"/>
            <ac:spMk id="227" creationId="{33CCB20A-AF91-D19E-C080-8B039B6D256D}"/>
          </ac:spMkLst>
        </pc:spChg>
        <pc:spChg chg="add mod">
          <ac:chgData name="Lauren Schambach" userId="5403dc8e-a3e9-46a2-945b-5372a5fe957e" providerId="ADAL" clId="{1EB4BB78-5DFD-427C-820A-9C42B399AD86}" dt="2025-07-24T17:58:21.035" v="845"/>
          <ac:spMkLst>
            <pc:docMk/>
            <pc:sldMk cId="991623975" sldId="257"/>
            <ac:spMk id="228" creationId="{C9EB90DF-DD1B-F7FA-4CAC-CEDA9190F982}"/>
          </ac:spMkLst>
        </pc:spChg>
        <pc:spChg chg="add mod">
          <ac:chgData name="Lauren Schambach" userId="5403dc8e-a3e9-46a2-945b-5372a5fe957e" providerId="ADAL" clId="{1EB4BB78-5DFD-427C-820A-9C42B399AD86}" dt="2025-07-24T17:58:21.035" v="845"/>
          <ac:spMkLst>
            <pc:docMk/>
            <pc:sldMk cId="991623975" sldId="257"/>
            <ac:spMk id="229" creationId="{E3F800AD-D90E-E1A9-D3E5-B0C3115D51A2}"/>
          </ac:spMkLst>
        </pc:spChg>
        <pc:spChg chg="add mod">
          <ac:chgData name="Lauren Schambach" userId="5403dc8e-a3e9-46a2-945b-5372a5fe957e" providerId="ADAL" clId="{1EB4BB78-5DFD-427C-820A-9C42B399AD86}" dt="2025-07-24T17:58:21.035" v="845"/>
          <ac:spMkLst>
            <pc:docMk/>
            <pc:sldMk cId="991623975" sldId="257"/>
            <ac:spMk id="230" creationId="{42196E54-5FD5-4541-8390-FE6947601536}"/>
          </ac:spMkLst>
        </pc:spChg>
        <pc:picChg chg="add mod">
          <ac:chgData name="Lauren Schambach" userId="5403dc8e-a3e9-46a2-945b-5372a5fe957e" providerId="ADAL" clId="{1EB4BB78-5DFD-427C-820A-9C42B399AD86}" dt="2025-07-24T17:58:21.035" v="845"/>
          <ac:picMkLst>
            <pc:docMk/>
            <pc:sldMk cId="991623975" sldId="257"/>
            <ac:picMk id="222" creationId="{2721EF91-3937-52BE-1228-48BFB8948CDB}"/>
          </ac:picMkLst>
        </pc:picChg>
        <pc:picChg chg="add mod">
          <ac:chgData name="Lauren Schambach" userId="5403dc8e-a3e9-46a2-945b-5372a5fe957e" providerId="ADAL" clId="{1EB4BB78-5DFD-427C-820A-9C42B399AD86}" dt="2025-07-24T17:58:21.035" v="845"/>
          <ac:picMkLst>
            <pc:docMk/>
            <pc:sldMk cId="991623975" sldId="257"/>
            <ac:picMk id="223" creationId="{E2AF38D0-DCE9-0826-C843-B849FAE34022}"/>
          </ac:picMkLst>
        </pc:picChg>
        <pc:picChg chg="add mod">
          <ac:chgData name="Lauren Schambach" userId="5403dc8e-a3e9-46a2-945b-5372a5fe957e" providerId="ADAL" clId="{1EB4BB78-5DFD-427C-820A-9C42B399AD86}" dt="2025-07-24T17:58:21.035" v="845"/>
          <ac:picMkLst>
            <pc:docMk/>
            <pc:sldMk cId="991623975" sldId="257"/>
            <ac:picMk id="224" creationId="{B2DD672E-E809-85BE-6E4C-D15FFB27F43B}"/>
          </ac:picMkLst>
        </pc:picChg>
        <pc:picChg chg="add mod">
          <ac:chgData name="Lauren Schambach" userId="5403dc8e-a3e9-46a2-945b-5372a5fe957e" providerId="ADAL" clId="{1EB4BB78-5DFD-427C-820A-9C42B399AD86}" dt="2025-07-24T17:58:21.035" v="845"/>
          <ac:picMkLst>
            <pc:docMk/>
            <pc:sldMk cId="991623975" sldId="257"/>
            <ac:picMk id="225" creationId="{1BF69BA1-DBFD-C136-1221-8255902D3F12}"/>
          </ac:picMkLst>
        </pc:picChg>
      </pc:sldChg>
      <pc:sldChg chg="addSp delSp modSp del mod">
        <pc:chgData name="Lauren Schambach" userId="5403dc8e-a3e9-46a2-945b-5372a5fe957e" providerId="ADAL" clId="{1EB4BB78-5DFD-427C-820A-9C42B399AD86}" dt="2025-08-15T14:39:48.717" v="2848" actId="47"/>
        <pc:sldMkLst>
          <pc:docMk/>
          <pc:sldMk cId="3287880916" sldId="258"/>
        </pc:sldMkLst>
      </pc:sldChg>
      <pc:sldChg chg="addSp delSp modSp add mod">
        <pc:chgData name="Lauren Schambach" userId="5403dc8e-a3e9-46a2-945b-5372a5fe957e" providerId="ADAL" clId="{1EB4BB78-5DFD-427C-820A-9C42B399AD86}" dt="2025-08-13T16:16:43.523" v="2800" actId="20577"/>
        <pc:sldMkLst>
          <pc:docMk/>
          <pc:sldMk cId="2276451784" sldId="259"/>
        </pc:sldMkLst>
        <pc:spChg chg="mod">
          <ac:chgData name="Lauren Schambach" userId="5403dc8e-a3e9-46a2-945b-5372a5fe957e" providerId="ADAL" clId="{1EB4BB78-5DFD-427C-820A-9C42B399AD86}" dt="2025-07-24T19:15:21.699" v="1244" actId="20577"/>
          <ac:spMkLst>
            <pc:docMk/>
            <pc:sldMk cId="2276451784" sldId="259"/>
            <ac:spMk id="2" creationId="{C0A89D17-3361-14DE-DE3A-D0F849C410CE}"/>
          </ac:spMkLst>
        </pc:spChg>
        <pc:spChg chg="mod">
          <ac:chgData name="Lauren Schambach" userId="5403dc8e-a3e9-46a2-945b-5372a5fe957e" providerId="ADAL" clId="{1EB4BB78-5DFD-427C-820A-9C42B399AD86}" dt="2025-08-13T16:16:43.523" v="2800" actId="20577"/>
          <ac:spMkLst>
            <pc:docMk/>
            <pc:sldMk cId="2276451784" sldId="259"/>
            <ac:spMk id="8" creationId="{CF9D174D-1759-F243-C1A0-C0FB3CD59A4E}"/>
          </ac:spMkLst>
        </pc:spChg>
        <pc:spChg chg="add mod">
          <ac:chgData name="Lauren Schambach" userId="5403dc8e-a3e9-46a2-945b-5372a5fe957e" providerId="ADAL" clId="{1EB4BB78-5DFD-427C-820A-9C42B399AD86}" dt="2025-07-24T17:56:43.213" v="763"/>
          <ac:spMkLst>
            <pc:docMk/>
            <pc:sldMk cId="2276451784" sldId="259"/>
            <ac:spMk id="25" creationId="{CAB09A65-63C0-DC36-3285-B165F018D369}"/>
          </ac:spMkLst>
        </pc:spChg>
        <pc:spChg chg="add mod">
          <ac:chgData name="Lauren Schambach" userId="5403dc8e-a3e9-46a2-945b-5372a5fe957e" providerId="ADAL" clId="{1EB4BB78-5DFD-427C-820A-9C42B399AD86}" dt="2025-07-24T17:56:43.213" v="763"/>
          <ac:spMkLst>
            <pc:docMk/>
            <pc:sldMk cId="2276451784" sldId="259"/>
            <ac:spMk id="26" creationId="{EEA69A4A-E05A-5D1E-848C-0B7645F4E9A2}"/>
          </ac:spMkLst>
        </pc:spChg>
        <pc:spChg chg="add mod">
          <ac:chgData name="Lauren Schambach" userId="5403dc8e-a3e9-46a2-945b-5372a5fe957e" providerId="ADAL" clId="{1EB4BB78-5DFD-427C-820A-9C42B399AD86}" dt="2025-07-24T17:56:43.213" v="763"/>
          <ac:spMkLst>
            <pc:docMk/>
            <pc:sldMk cId="2276451784" sldId="259"/>
            <ac:spMk id="27" creationId="{B83EBAE1-C86C-DF76-12FB-5B29F0E162F6}"/>
          </ac:spMkLst>
        </pc:spChg>
        <pc:spChg chg="add mod">
          <ac:chgData name="Lauren Schambach" userId="5403dc8e-a3e9-46a2-945b-5372a5fe957e" providerId="ADAL" clId="{1EB4BB78-5DFD-427C-820A-9C42B399AD86}" dt="2025-07-24T17:56:43.213" v="763"/>
          <ac:spMkLst>
            <pc:docMk/>
            <pc:sldMk cId="2276451784" sldId="259"/>
            <ac:spMk id="28" creationId="{21A7B2F0-5FB3-92E0-3C74-8AB68BC03005}"/>
          </ac:spMkLst>
        </pc:spChg>
        <pc:spChg chg="add mod">
          <ac:chgData name="Lauren Schambach" userId="5403dc8e-a3e9-46a2-945b-5372a5fe957e" providerId="ADAL" clId="{1EB4BB78-5DFD-427C-820A-9C42B399AD86}" dt="2025-07-24T17:56:43.213" v="763"/>
          <ac:spMkLst>
            <pc:docMk/>
            <pc:sldMk cId="2276451784" sldId="259"/>
            <ac:spMk id="29" creationId="{EE2357D7-7112-B0DF-8101-ACC4F4419B54}"/>
          </ac:spMkLst>
        </pc:spChg>
        <pc:spChg chg="add mod">
          <ac:chgData name="Lauren Schambach" userId="5403dc8e-a3e9-46a2-945b-5372a5fe957e" providerId="ADAL" clId="{1EB4BB78-5DFD-427C-820A-9C42B399AD86}" dt="2025-07-24T17:56:43.213" v="763"/>
          <ac:spMkLst>
            <pc:docMk/>
            <pc:sldMk cId="2276451784" sldId="259"/>
            <ac:spMk id="30" creationId="{5E2C1C54-1D55-92A8-8BCF-FB5AA89C5FBB}"/>
          </ac:spMkLst>
        </pc:spChg>
        <pc:picChg chg="add mod">
          <ac:chgData name="Lauren Schambach" userId="5403dc8e-a3e9-46a2-945b-5372a5fe957e" providerId="ADAL" clId="{1EB4BB78-5DFD-427C-820A-9C42B399AD86}" dt="2025-07-24T17:56:43.213" v="763"/>
          <ac:picMkLst>
            <pc:docMk/>
            <pc:sldMk cId="2276451784" sldId="259"/>
            <ac:picMk id="6" creationId="{6F7B1CFA-C42D-3329-11D1-2AB6C4514125}"/>
          </ac:picMkLst>
        </pc:picChg>
        <pc:picChg chg="add mod">
          <ac:chgData name="Lauren Schambach" userId="5403dc8e-a3e9-46a2-945b-5372a5fe957e" providerId="ADAL" clId="{1EB4BB78-5DFD-427C-820A-9C42B399AD86}" dt="2025-07-24T17:56:43.213" v="763"/>
          <ac:picMkLst>
            <pc:docMk/>
            <pc:sldMk cId="2276451784" sldId="259"/>
            <ac:picMk id="11" creationId="{E44B082A-321D-72FB-82A0-33FEA813BCA7}"/>
          </ac:picMkLst>
        </pc:picChg>
        <pc:picChg chg="add mod">
          <ac:chgData name="Lauren Schambach" userId="5403dc8e-a3e9-46a2-945b-5372a5fe957e" providerId="ADAL" clId="{1EB4BB78-5DFD-427C-820A-9C42B399AD86}" dt="2025-07-24T17:56:43.213" v="763"/>
          <ac:picMkLst>
            <pc:docMk/>
            <pc:sldMk cId="2276451784" sldId="259"/>
            <ac:picMk id="14" creationId="{16D104D6-DC3D-A39D-CCC9-56F75C3D1018}"/>
          </ac:picMkLst>
        </pc:picChg>
        <pc:picChg chg="add mod">
          <ac:chgData name="Lauren Schambach" userId="5403dc8e-a3e9-46a2-945b-5372a5fe957e" providerId="ADAL" clId="{1EB4BB78-5DFD-427C-820A-9C42B399AD86}" dt="2025-07-24T17:56:43.213" v="763"/>
          <ac:picMkLst>
            <pc:docMk/>
            <pc:sldMk cId="2276451784" sldId="259"/>
            <ac:picMk id="22" creationId="{5B007BEB-BE2E-F56B-1AC3-4F809FC87620}"/>
          </ac:picMkLst>
        </pc:picChg>
        <pc:cxnChg chg="mod">
          <ac:chgData name="Lauren Schambach" userId="5403dc8e-a3e9-46a2-945b-5372a5fe957e" providerId="ADAL" clId="{1EB4BB78-5DFD-427C-820A-9C42B399AD86}" dt="2025-07-24T17:56:49.357" v="765" actId="1076"/>
          <ac:cxnSpMkLst>
            <pc:docMk/>
            <pc:sldMk cId="2276451784" sldId="259"/>
            <ac:cxnSpMk id="5" creationId="{D96809B9-C1C0-8ED3-C4E7-A9F0DE4E3A9A}"/>
          </ac:cxnSpMkLst>
        </pc:cxnChg>
      </pc:sldChg>
      <pc:sldChg chg="delSp modSp add mod">
        <pc:chgData name="Lauren Schambach" userId="5403dc8e-a3e9-46a2-945b-5372a5fe957e" providerId="ADAL" clId="{1EB4BB78-5DFD-427C-820A-9C42B399AD86}" dt="2025-08-13T16:16:45.937" v="2801" actId="20577"/>
        <pc:sldMkLst>
          <pc:docMk/>
          <pc:sldMk cId="1992443183" sldId="260"/>
        </pc:sldMkLst>
        <pc:spChg chg="mod">
          <ac:chgData name="Lauren Schambach" userId="5403dc8e-a3e9-46a2-945b-5372a5fe957e" providerId="ADAL" clId="{1EB4BB78-5DFD-427C-820A-9C42B399AD86}" dt="2025-07-24T19:15:26.803" v="1250" actId="20577"/>
          <ac:spMkLst>
            <pc:docMk/>
            <pc:sldMk cId="1992443183" sldId="260"/>
            <ac:spMk id="2" creationId="{742DC1CA-B6EA-844F-8CE3-DB2337EB20D4}"/>
          </ac:spMkLst>
        </pc:spChg>
        <pc:spChg chg="mod">
          <ac:chgData name="Lauren Schambach" userId="5403dc8e-a3e9-46a2-945b-5372a5fe957e" providerId="ADAL" clId="{1EB4BB78-5DFD-427C-820A-9C42B399AD86}" dt="2025-07-24T17:56:23.317" v="761" actId="14100"/>
          <ac:spMkLst>
            <pc:docMk/>
            <pc:sldMk cId="1992443183" sldId="260"/>
            <ac:spMk id="3" creationId="{B801B354-DF3E-A162-2B74-62E7C706833B}"/>
          </ac:spMkLst>
        </pc:spChg>
        <pc:spChg chg="mod">
          <ac:chgData name="Lauren Schambach" userId="5403dc8e-a3e9-46a2-945b-5372a5fe957e" providerId="ADAL" clId="{1EB4BB78-5DFD-427C-820A-9C42B399AD86}" dt="2025-08-13T16:16:45.937" v="2801" actId="20577"/>
          <ac:spMkLst>
            <pc:docMk/>
            <pc:sldMk cId="1992443183" sldId="260"/>
            <ac:spMk id="8" creationId="{DB3EC65F-FBB0-D0F8-1467-ED9CA7C969B6}"/>
          </ac:spMkLst>
        </pc:spChg>
        <pc:spChg chg="mod">
          <ac:chgData name="Lauren Schambach" userId="5403dc8e-a3e9-46a2-945b-5372a5fe957e" providerId="ADAL" clId="{1EB4BB78-5DFD-427C-820A-9C42B399AD86}" dt="2025-07-24T17:56:15.071" v="758" actId="1035"/>
          <ac:spMkLst>
            <pc:docMk/>
            <pc:sldMk cId="1992443183" sldId="260"/>
            <ac:spMk id="214" creationId="{606A6C33-89B6-69B4-0D67-02159EABB94C}"/>
          </ac:spMkLst>
        </pc:spChg>
        <pc:spChg chg="mod">
          <ac:chgData name="Lauren Schambach" userId="5403dc8e-a3e9-46a2-945b-5372a5fe957e" providerId="ADAL" clId="{1EB4BB78-5DFD-427C-820A-9C42B399AD86}" dt="2025-07-24T17:56:15.071" v="758" actId="1035"/>
          <ac:spMkLst>
            <pc:docMk/>
            <pc:sldMk cId="1992443183" sldId="260"/>
            <ac:spMk id="215" creationId="{B04D251A-54A7-027B-F28F-3D32A9140635}"/>
          </ac:spMkLst>
        </pc:spChg>
        <pc:spChg chg="mod">
          <ac:chgData name="Lauren Schambach" userId="5403dc8e-a3e9-46a2-945b-5372a5fe957e" providerId="ADAL" clId="{1EB4BB78-5DFD-427C-820A-9C42B399AD86}" dt="2025-07-24T17:56:15.071" v="758" actId="1035"/>
          <ac:spMkLst>
            <pc:docMk/>
            <pc:sldMk cId="1992443183" sldId="260"/>
            <ac:spMk id="216" creationId="{A105D8F1-893E-26DC-15DA-555F8BBF7555}"/>
          </ac:spMkLst>
        </pc:spChg>
        <pc:spChg chg="mod">
          <ac:chgData name="Lauren Schambach" userId="5403dc8e-a3e9-46a2-945b-5372a5fe957e" providerId="ADAL" clId="{1EB4BB78-5DFD-427C-820A-9C42B399AD86}" dt="2025-07-24T17:56:15.071" v="758" actId="1035"/>
          <ac:spMkLst>
            <pc:docMk/>
            <pc:sldMk cId="1992443183" sldId="260"/>
            <ac:spMk id="217" creationId="{CD6FC46D-DD00-862A-A819-DECEE897CC7C}"/>
          </ac:spMkLst>
        </pc:spChg>
        <pc:picChg chg="mod">
          <ac:chgData name="Lauren Schambach" userId="5403dc8e-a3e9-46a2-945b-5372a5fe957e" providerId="ADAL" clId="{1EB4BB78-5DFD-427C-820A-9C42B399AD86}" dt="2025-07-24T17:56:15.071" v="758" actId="1035"/>
          <ac:picMkLst>
            <pc:docMk/>
            <pc:sldMk cId="1992443183" sldId="260"/>
            <ac:picMk id="203" creationId="{36959CF7-4673-B9D7-2286-B55FD39ED74C}"/>
          </ac:picMkLst>
        </pc:picChg>
        <pc:picChg chg="mod">
          <ac:chgData name="Lauren Schambach" userId="5403dc8e-a3e9-46a2-945b-5372a5fe957e" providerId="ADAL" clId="{1EB4BB78-5DFD-427C-820A-9C42B399AD86}" dt="2025-07-24T17:56:15.071" v="758" actId="1035"/>
          <ac:picMkLst>
            <pc:docMk/>
            <pc:sldMk cId="1992443183" sldId="260"/>
            <ac:picMk id="209" creationId="{8EE8CE20-DE67-6ACF-0E96-67EAC4AB9EE3}"/>
          </ac:picMkLst>
        </pc:picChg>
        <pc:picChg chg="mod">
          <ac:chgData name="Lauren Schambach" userId="5403dc8e-a3e9-46a2-945b-5372a5fe957e" providerId="ADAL" clId="{1EB4BB78-5DFD-427C-820A-9C42B399AD86}" dt="2025-07-24T17:56:15.071" v="758" actId="1035"/>
          <ac:picMkLst>
            <pc:docMk/>
            <pc:sldMk cId="1992443183" sldId="260"/>
            <ac:picMk id="210" creationId="{3D87A1E1-F098-D4C7-10E2-5319E3734287}"/>
          </ac:picMkLst>
        </pc:picChg>
        <pc:picChg chg="mod">
          <ac:chgData name="Lauren Schambach" userId="5403dc8e-a3e9-46a2-945b-5372a5fe957e" providerId="ADAL" clId="{1EB4BB78-5DFD-427C-820A-9C42B399AD86}" dt="2025-07-24T17:56:15.071" v="758" actId="1035"/>
          <ac:picMkLst>
            <pc:docMk/>
            <pc:sldMk cId="1992443183" sldId="260"/>
            <ac:picMk id="211" creationId="{30790AEE-E7BD-807E-B3A6-95660CEF22D6}"/>
          </ac:picMkLst>
        </pc:picChg>
        <pc:cxnChg chg="mod">
          <ac:chgData name="Lauren Schambach" userId="5403dc8e-a3e9-46a2-945b-5372a5fe957e" providerId="ADAL" clId="{1EB4BB78-5DFD-427C-820A-9C42B399AD86}" dt="2025-07-24T17:56:19.029" v="759" actId="1076"/>
          <ac:cxnSpMkLst>
            <pc:docMk/>
            <pc:sldMk cId="1992443183" sldId="260"/>
            <ac:cxnSpMk id="5" creationId="{6C0A8820-AF0C-F9E3-1213-8FE4501C9D3E}"/>
          </ac:cxnSpMkLst>
        </pc:cxnChg>
      </pc:sldChg>
      <pc:sldChg chg="modSp add mod">
        <pc:chgData name="Lauren Schambach" userId="5403dc8e-a3e9-46a2-945b-5372a5fe957e" providerId="ADAL" clId="{1EB4BB78-5DFD-427C-820A-9C42B399AD86}" dt="2025-08-15T14:43:28.865" v="2853" actId="20577"/>
        <pc:sldMkLst>
          <pc:docMk/>
          <pc:sldMk cId="2854460865" sldId="261"/>
        </pc:sldMkLst>
        <pc:spChg chg="mod">
          <ac:chgData name="Lauren Schambach" userId="5403dc8e-a3e9-46a2-945b-5372a5fe957e" providerId="ADAL" clId="{1EB4BB78-5DFD-427C-820A-9C42B399AD86}" dt="2025-08-15T14:43:28.865" v="2853" actId="20577"/>
          <ac:spMkLst>
            <pc:docMk/>
            <pc:sldMk cId="2854460865" sldId="261"/>
            <ac:spMk id="8" creationId="{4B0C7E4F-71A1-A32E-78DD-4596E2041CC9}"/>
          </ac:spMkLst>
        </pc:spChg>
      </pc:sldChg>
      <pc:sldChg chg="modSp new del mod">
        <pc:chgData name="Lauren Schambach" userId="5403dc8e-a3e9-46a2-945b-5372a5fe957e" providerId="ADAL" clId="{1EB4BB78-5DFD-427C-820A-9C42B399AD86}" dt="2025-07-31T18:46:59.557" v="1360" actId="2696"/>
        <pc:sldMkLst>
          <pc:docMk/>
          <pc:sldMk cId="1014143041" sldId="262"/>
        </pc:sldMkLst>
      </pc:sldChg>
      <pc:sldChg chg="modSp new mod modShow">
        <pc:chgData name="Lauren Schambach" userId="5403dc8e-a3e9-46a2-945b-5372a5fe957e" providerId="ADAL" clId="{1EB4BB78-5DFD-427C-820A-9C42B399AD86}" dt="2025-08-06T15:17:39.144" v="2799" actId="404"/>
        <pc:sldMkLst>
          <pc:docMk/>
          <pc:sldMk cId="1014697298" sldId="262"/>
        </pc:sldMkLst>
      </pc:sldChg>
      <pc:sldChg chg="addSp delSp modSp add del mod">
        <pc:chgData name="Lauren Schambach" userId="5403dc8e-a3e9-46a2-945b-5372a5fe957e" providerId="ADAL" clId="{1EB4BB78-5DFD-427C-820A-9C42B399AD86}" dt="2025-07-31T18:13:31.770" v="1259" actId="47"/>
        <pc:sldMkLst>
          <pc:docMk/>
          <pc:sldMk cId="1258834151" sldId="262"/>
        </pc:sldMkLst>
      </pc:sldChg>
      <pc:sldChg chg="modSp add mod">
        <pc:chgData name="Lauren Schambach" userId="5403dc8e-a3e9-46a2-945b-5372a5fe957e" providerId="ADAL" clId="{1EB4BB78-5DFD-427C-820A-9C42B399AD86}" dt="2025-08-15T14:43:48.841" v="2857" actId="313"/>
        <pc:sldMkLst>
          <pc:docMk/>
          <pc:sldMk cId="2642022379" sldId="263"/>
        </pc:sldMkLst>
        <pc:spChg chg="mod">
          <ac:chgData name="Lauren Schambach" userId="5403dc8e-a3e9-46a2-945b-5372a5fe957e" providerId="ADAL" clId="{1EB4BB78-5DFD-427C-820A-9C42B399AD86}" dt="2025-08-15T14:43:48.841" v="2857" actId="313"/>
          <ac:spMkLst>
            <pc:docMk/>
            <pc:sldMk cId="2642022379" sldId="263"/>
            <ac:spMk id="25" creationId="{C8BE23EC-5E6F-8256-BD00-CB5509BF7A19}"/>
          </ac:spMkLst>
        </pc:spChg>
      </pc:sldChg>
      <pc:sldChg chg="add">
        <pc:chgData name="Lauren Schambach" userId="5403dc8e-a3e9-46a2-945b-5372a5fe957e" providerId="ADAL" clId="{1EB4BB78-5DFD-427C-820A-9C42B399AD86}" dt="2025-08-14T16:16:58.583" v="2840"/>
        <pc:sldMkLst>
          <pc:docMk/>
          <pc:sldMk cId="2079203803" sldId="264"/>
        </pc:sldMkLst>
      </pc:sldChg>
      <pc:sldChg chg="add">
        <pc:chgData name="Lauren Schambach" userId="5403dc8e-a3e9-46a2-945b-5372a5fe957e" providerId="ADAL" clId="{1EB4BB78-5DFD-427C-820A-9C42B399AD86}" dt="2025-08-15T14:38:04.651" v="2841"/>
        <pc:sldMkLst>
          <pc:docMk/>
          <pc:sldMk cId="383492729" sldId="265"/>
        </pc:sldMkLst>
      </pc:sldChg>
      <pc:sldChg chg="add">
        <pc:chgData name="Lauren Schambach" userId="5403dc8e-a3e9-46a2-945b-5372a5fe957e" providerId="ADAL" clId="{1EB4BB78-5DFD-427C-820A-9C42B399AD86}" dt="2025-08-15T14:38:04.651" v="2841"/>
        <pc:sldMkLst>
          <pc:docMk/>
          <pc:sldMk cId="489340749" sldId="266"/>
        </pc:sldMkLst>
      </pc:sldChg>
      <pc:sldChg chg="addSp delSp modSp add mod">
        <pc:chgData name="Lauren Schambach" userId="5403dc8e-a3e9-46a2-945b-5372a5fe957e" providerId="ADAL" clId="{1EB4BB78-5DFD-427C-820A-9C42B399AD86}" dt="2025-08-15T15:00:22.938" v="3075" actId="478"/>
        <pc:sldMkLst>
          <pc:docMk/>
          <pc:sldMk cId="2530870460" sldId="267"/>
        </pc:sldMkLst>
        <pc:spChg chg="add mod">
          <ac:chgData name="Lauren Schambach" userId="5403dc8e-a3e9-46a2-945b-5372a5fe957e" providerId="ADAL" clId="{1EB4BB78-5DFD-427C-820A-9C42B399AD86}" dt="2025-08-15T14:46:51.907" v="2885" actId="1076"/>
          <ac:spMkLst>
            <pc:docMk/>
            <pc:sldMk cId="2530870460" sldId="267"/>
            <ac:spMk id="4" creationId="{A07C9395-209A-F7B3-F4E6-26073BADFD78}"/>
          </ac:spMkLst>
        </pc:spChg>
        <pc:spChg chg="add mod">
          <ac:chgData name="Lauren Schambach" userId="5403dc8e-a3e9-46a2-945b-5372a5fe957e" providerId="ADAL" clId="{1EB4BB78-5DFD-427C-820A-9C42B399AD86}" dt="2025-08-15T14:47:11.085" v="2899" actId="20577"/>
          <ac:spMkLst>
            <pc:docMk/>
            <pc:sldMk cId="2530870460" sldId="267"/>
            <ac:spMk id="5" creationId="{7C32002E-D826-75EC-9944-F535C81D4BAB}"/>
          </ac:spMkLst>
        </pc:spChg>
        <pc:spChg chg="add mod">
          <ac:chgData name="Lauren Schambach" userId="5403dc8e-a3e9-46a2-945b-5372a5fe957e" providerId="ADAL" clId="{1EB4BB78-5DFD-427C-820A-9C42B399AD86}" dt="2025-08-15T14:47:55.901" v="2912" actId="1035"/>
          <ac:spMkLst>
            <pc:docMk/>
            <pc:sldMk cId="2530870460" sldId="267"/>
            <ac:spMk id="6" creationId="{670BD541-E135-2DAF-99B5-CDCC9D902B3B}"/>
          </ac:spMkLst>
        </pc:spChg>
        <pc:spChg chg="add mod">
          <ac:chgData name="Lauren Schambach" userId="5403dc8e-a3e9-46a2-945b-5372a5fe957e" providerId="ADAL" clId="{1EB4BB78-5DFD-427C-820A-9C42B399AD86}" dt="2025-08-15T14:48:25.351" v="2961" actId="208"/>
          <ac:spMkLst>
            <pc:docMk/>
            <pc:sldMk cId="2530870460" sldId="267"/>
            <ac:spMk id="8" creationId="{8B6060E4-0539-F49F-9ED6-718A15A95671}"/>
          </ac:spMkLst>
        </pc:spChg>
        <pc:spChg chg="add mod">
          <ac:chgData name="Lauren Schambach" userId="5403dc8e-a3e9-46a2-945b-5372a5fe957e" providerId="ADAL" clId="{1EB4BB78-5DFD-427C-820A-9C42B399AD86}" dt="2025-08-15T14:52:27.061" v="3047" actId="1076"/>
          <ac:spMkLst>
            <pc:docMk/>
            <pc:sldMk cId="2530870460" sldId="267"/>
            <ac:spMk id="13" creationId="{A387F4F5-9709-8593-6FE7-5DDD2FD5B62F}"/>
          </ac:spMkLst>
        </pc:spChg>
        <pc:spChg chg="add mod">
          <ac:chgData name="Lauren Schambach" userId="5403dc8e-a3e9-46a2-945b-5372a5fe957e" providerId="ADAL" clId="{1EB4BB78-5DFD-427C-820A-9C42B399AD86}" dt="2025-08-15T14:52:32.454" v="3048" actId="1076"/>
          <ac:spMkLst>
            <pc:docMk/>
            <pc:sldMk cId="2530870460" sldId="267"/>
            <ac:spMk id="14" creationId="{4FB20A92-8078-A760-3DAF-E9C318C71FF3}"/>
          </ac:spMkLst>
        </pc:spChg>
        <pc:spChg chg="add mod">
          <ac:chgData name="Lauren Schambach" userId="5403dc8e-a3e9-46a2-945b-5372a5fe957e" providerId="ADAL" clId="{1EB4BB78-5DFD-427C-820A-9C42B399AD86}" dt="2025-08-15T15:00:08.071" v="3072" actId="1076"/>
          <ac:spMkLst>
            <pc:docMk/>
            <pc:sldMk cId="2530870460" sldId="267"/>
            <ac:spMk id="22" creationId="{D0CDDF7D-90DF-DB80-E453-0FF8A18182FC}"/>
          </ac:spMkLst>
        </pc:spChg>
        <pc:spChg chg="add del mod">
          <ac:chgData name="Lauren Schambach" userId="5403dc8e-a3e9-46a2-945b-5372a5fe957e" providerId="ADAL" clId="{1EB4BB78-5DFD-427C-820A-9C42B399AD86}" dt="2025-08-15T15:00:22.938" v="3075" actId="478"/>
          <ac:spMkLst>
            <pc:docMk/>
            <pc:sldMk cId="2530870460" sldId="267"/>
            <ac:spMk id="23" creationId="{DC6050ED-A381-8791-4537-6060C79C0C9E}"/>
          </ac:spMkLst>
        </pc:spChg>
        <pc:picChg chg="add mod">
          <ac:chgData name="Lauren Schambach" userId="5403dc8e-a3e9-46a2-945b-5372a5fe957e" providerId="ADAL" clId="{1EB4BB78-5DFD-427C-820A-9C42B399AD86}" dt="2025-08-15T14:46:58.889" v="2887" actId="1076"/>
          <ac:picMkLst>
            <pc:docMk/>
            <pc:sldMk cId="2530870460" sldId="267"/>
            <ac:picMk id="3" creationId="{6D627E7F-ED06-9CFE-F9CE-76E82C3BFE1A}"/>
          </ac:picMkLst>
        </pc:picChg>
        <pc:picChg chg="add mod modCrop">
          <ac:chgData name="Lauren Schambach" userId="5403dc8e-a3e9-46a2-945b-5372a5fe957e" providerId="ADAL" clId="{1EB4BB78-5DFD-427C-820A-9C42B399AD86}" dt="2025-08-15T14:53:36.107" v="3059" actId="1076"/>
          <ac:picMkLst>
            <pc:docMk/>
            <pc:sldMk cId="2530870460" sldId="267"/>
            <ac:picMk id="16" creationId="{D6F81924-C4A1-A835-BCCC-ABD09288CDBD}"/>
          </ac:picMkLst>
        </pc:picChg>
        <pc:cxnChg chg="add mod">
          <ac:chgData name="Lauren Schambach" userId="5403dc8e-a3e9-46a2-945b-5372a5fe957e" providerId="ADAL" clId="{1EB4BB78-5DFD-427C-820A-9C42B399AD86}" dt="2025-08-15T14:52:48.274" v="3052" actId="14100"/>
          <ac:cxnSpMkLst>
            <pc:docMk/>
            <pc:sldMk cId="2530870460" sldId="267"/>
            <ac:cxnSpMk id="11" creationId="{FEC5C941-6B3D-2749-D71E-6611FD5851E4}"/>
          </ac:cxnSpMkLst>
        </pc:cxnChg>
        <pc:cxnChg chg="add mod">
          <ac:chgData name="Lauren Schambach" userId="5403dc8e-a3e9-46a2-945b-5372a5fe957e" providerId="ADAL" clId="{1EB4BB78-5DFD-427C-820A-9C42B399AD86}" dt="2025-08-15T14:52:42.955" v="3051" actId="14100"/>
          <ac:cxnSpMkLst>
            <pc:docMk/>
            <pc:sldMk cId="2530870460" sldId="267"/>
            <ac:cxnSpMk id="12" creationId="{69FDD38D-4F20-AC59-CFE2-F726A076519D}"/>
          </ac:cxnSpMkLst>
        </pc:cxnChg>
      </pc:sldChg>
      <pc:sldChg chg="modSp add mod">
        <pc:chgData name="Lauren Schambach" userId="5403dc8e-a3e9-46a2-945b-5372a5fe957e" providerId="ADAL" clId="{1EB4BB78-5DFD-427C-820A-9C42B399AD86}" dt="2025-08-15T14:41:11.523" v="2851" actId="20577"/>
        <pc:sldMkLst>
          <pc:docMk/>
          <pc:sldMk cId="292572615" sldId="268"/>
        </pc:sldMkLst>
        <pc:spChg chg="mod">
          <ac:chgData name="Lauren Schambach" userId="5403dc8e-a3e9-46a2-945b-5372a5fe957e" providerId="ADAL" clId="{1EB4BB78-5DFD-427C-820A-9C42B399AD86}" dt="2025-08-15T14:41:11.523" v="2851" actId="20577"/>
          <ac:spMkLst>
            <pc:docMk/>
            <pc:sldMk cId="292572615" sldId="268"/>
            <ac:spMk id="15" creationId="{647F86EA-9C4B-073C-D223-29591E4A9C2C}"/>
          </ac:spMkLst>
        </pc:spChg>
      </pc:sldChg>
    </pc:docChg>
  </pc:docChgLst>
  <pc:docChgLst>
    <pc:chgData name="Lauren Schambach" userId="5403dc8e-a3e9-46a2-945b-5372a5fe957e" providerId="ADAL" clId="{EFA05E5A-86AE-4213-9E20-337F1723DFA1}"/>
    <pc:docChg chg="modSld">
      <pc:chgData name="Lauren Schambach" userId="5403dc8e-a3e9-46a2-945b-5372a5fe957e" providerId="ADAL" clId="{EFA05E5A-86AE-4213-9E20-337F1723DFA1}" dt="2025-07-31T18:47:57.779" v="1" actId="27614"/>
      <pc:docMkLst>
        <pc:docMk/>
      </pc:docMkLst>
      <pc:sldChg chg="addSp delSp modSp mod">
        <pc:chgData name="Lauren Schambach" userId="5403dc8e-a3e9-46a2-945b-5372a5fe957e" providerId="ADAL" clId="{EFA05E5A-86AE-4213-9E20-337F1723DFA1}" dt="2025-07-31T18:47:57.779" v="1" actId="27614"/>
        <pc:sldMkLst>
          <pc:docMk/>
          <pc:sldMk cId="1014697298" sldId="262"/>
        </pc:sldMkLst>
      </pc:sldChg>
    </pc:docChg>
  </pc:docChgLst>
  <pc:docChgLst>
    <pc:chgData name="Lauren Schambach" userId="5403dc8e-a3e9-46a2-945b-5372a5fe957e" providerId="ADAL" clId="{C6065B47-EC33-436E-B654-79C8DA9F86EA}"/>
    <pc:docChg chg="custSel modSld">
      <pc:chgData name="Lauren Schambach" userId="5403dc8e-a3e9-46a2-945b-5372a5fe957e" providerId="ADAL" clId="{C6065B47-EC33-436E-B654-79C8DA9F86EA}" dt="2025-08-14T21:11:47.467" v="74" actId="20577"/>
      <pc:docMkLst>
        <pc:docMk/>
      </pc:docMkLst>
      <pc:sldChg chg="addSp delSp modSp mod">
        <pc:chgData name="Lauren Schambach" userId="5403dc8e-a3e9-46a2-945b-5372a5fe957e" providerId="ADAL" clId="{C6065B47-EC33-436E-B654-79C8DA9F86EA}" dt="2025-08-14T21:11:47.467" v="74" actId="20577"/>
        <pc:sldMkLst>
          <pc:docMk/>
          <pc:sldMk cId="991623975" sldId="257"/>
        </pc:sldMkLst>
        <pc:spChg chg="del mod">
          <ac:chgData name="Lauren Schambach" userId="5403dc8e-a3e9-46a2-945b-5372a5fe957e" providerId="ADAL" clId="{C6065B47-EC33-436E-B654-79C8DA9F86EA}" dt="2025-08-14T20:36:39.928" v="67" actId="478"/>
          <ac:spMkLst>
            <pc:docMk/>
            <pc:sldMk cId="991623975" sldId="257"/>
            <ac:spMk id="3" creationId="{10CC0444-A48C-0F5C-F963-3D2984400423}"/>
          </ac:spMkLst>
        </pc:spChg>
        <pc:spChg chg="add mod">
          <ac:chgData name="Lauren Schambach" userId="5403dc8e-a3e9-46a2-945b-5372a5fe957e" providerId="ADAL" clId="{C6065B47-EC33-436E-B654-79C8DA9F86EA}" dt="2025-08-14T21:11:47.467" v="74" actId="20577"/>
          <ac:spMkLst>
            <pc:docMk/>
            <pc:sldMk cId="991623975" sldId="257"/>
            <ac:spMk id="4" creationId="{3EB0593C-55E1-8A40-4BDD-EA8684A50F41}"/>
          </ac:spMkLst>
        </pc:spChg>
      </pc:sldChg>
    </pc:docChg>
  </pc:docChgLst>
</pc:chgInfo>
</file>

<file path=ppt/comments/modernComment_101_3B1AFB2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24B8B7B-FBED-401C-AD5F-140CE1AB4CF3}" authorId="{0687407D-8F98-1B35-6576-FE4BD728E233}" created="2025-07-31T18:52:37.298">
    <pc:sldMkLst xmlns:pc="http://schemas.microsoft.com/office/powerpoint/2013/main/command">
      <pc:docMk/>
      <pc:sldMk cId="991623975" sldId="257"/>
    </pc:sldMkLst>
    <p188:txBody>
      <a:bodyPr/>
      <a:lstStyle/>
      <a:p>
        <a:r>
          <a:rPr lang="en-US"/>
          <a:t>Meteorological model output includes RAP, HRRR, GFE, GFS, Radar data, etc. And the offshore data include STOFS. </a:t>
        </a:r>
      </a:p>
    </p188:txBody>
  </p188:cm>
  <p188:cm id="{567AC392-52D9-4EFD-B7EC-5AC783D928AB}" authorId="{61F39B80-5019-1088-2953-AA31654F754A}" created="2025-07-31T19:08:20.01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991623975" sldId="257"/>
      <ac:spMk id="3" creationId="{10CC0444-A48C-0F5C-F963-3D2984400423}"/>
    </ac:deMkLst>
    <p188:txBody>
      <a:bodyPr/>
      <a:lstStyle/>
      <a:p>
        <a:r>
          <a:rPr lang="en-US"/>
          <a:t>Are you suggesting to change one of the existing variables, or to just add a new one i.e. met_forcing: with options RAP, HRRR, GFS, GFE, Radar data etc?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B8A2C5-3058-4A41-8AEE-3D9734732958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2219CF-614B-4562-95CD-C56A71C2E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248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2219CF-614B-4562-95CD-C56A71C2ED3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9796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2219CF-614B-4562-95CD-C56A71C2ED3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1278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7340E-8CF9-5C03-A200-D6BAA14525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1BE219-C546-556C-3346-8CF6635168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780FBF-C173-F480-0A5D-8598597A4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1EC9E-827D-4EEA-977D-F93F15C8A6C8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13DFC0-ED5C-F703-4A1D-A73DAE7D6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9497D0-6F7A-374B-605F-DD4746FE6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E34CB-6D5B-4611-A1F1-49279FD085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1433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7C47C-96D0-45DB-98C2-53E005A19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2A163B-E4C5-941C-0A96-4DA87BC303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BAE5B-EBD0-22C6-38C4-C5467BDDD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1EC9E-827D-4EEA-977D-F93F15C8A6C8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CB3F81-A3DA-23C2-BDCE-0F5BEBFB4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4F9ABD-F940-28AB-B1CB-E54549C03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E34CB-6D5B-4611-A1F1-49279FD085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212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D7881-8E0F-67A8-4063-A10044FAF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48ABB3-4E39-CCA8-8D04-DCE05286D4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2B0931-A6DB-AF01-C97A-09C88BC62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1EC9E-827D-4EEA-977D-F93F15C8A6C8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6150E9-9EC2-F1C0-1DBF-ECAC9E67F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F99E8D-6743-B471-DC2A-A986E49DE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E34CB-6D5B-4611-A1F1-49279FD085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213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B1479-9A74-2FFD-12FF-5DBF0C3C9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81282-D470-D87C-0DBE-07F4392919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5B4C33-5D93-0AB3-6998-8B829B685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13DAE7-9923-0A76-787E-F59A5290D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1EC9E-827D-4EEA-977D-F93F15C8A6C8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BB8B18-E0FB-17A7-767E-5BD91C692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E03C61-DB7F-A614-6CB5-E485F9369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E34CB-6D5B-4611-A1F1-49279FD085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492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31C11-0E43-AB78-636F-FC458616B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3E0D1D-E3B1-620F-CDDE-DA086B3E2D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8BB777-2A7E-CB26-A6F3-581FBCFD77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80F40D-03BB-F146-8811-2FAA2FC9B6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7110BD-A20D-C8EA-54CC-F901E39FC0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B08F52-47DC-8041-794F-81141007B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1EC9E-827D-4EEA-977D-F93F15C8A6C8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7BCC6E-7E52-E18B-AB41-0ACD2EC15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953029-306F-A820-CEB3-C87CCAE0C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E34CB-6D5B-4611-A1F1-49279FD085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071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C8493-3832-5855-BC77-B3928F2C0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B0D362-A994-C3CC-E849-0E868E178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1EC9E-827D-4EEA-977D-F93F15C8A6C8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365FD1-3E29-8821-A2AC-4756C6E55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29CC38-886C-2C7E-CFD4-793C5AB37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E34CB-6D5B-4611-A1F1-49279FD085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681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8B71B7-CE9F-AC65-B025-95D864337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1EC9E-827D-4EEA-977D-F93F15C8A6C8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3D8C0C-85DF-6A01-6B1A-B5520B3AE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40780-2DB1-6FBE-23AD-6575A72BA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E34CB-6D5B-4611-A1F1-49279FD085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589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78CD8-F9D2-BBB1-A1DC-C2884BEB7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4C80C7-7C6C-1679-1DF7-B88FFCA28A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684B3F-71CA-FB96-26E4-D6D317B977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C6BEAB-457D-E6AC-7359-EFA9F1A30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1EC9E-827D-4EEA-977D-F93F15C8A6C8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6F1C0F-9830-EF55-9870-90D49982D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246103-FBEF-8A67-612D-BFE422C88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E34CB-6D5B-4611-A1F1-49279FD085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327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A3C61-2C35-CAAC-19C9-51E8CAB4A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416F58-0EDB-E9DD-EE9E-FF3B2F6768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24C850-FEB4-C331-7FC1-4EC53286CB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8B1351-5C00-BD83-20AA-2547B622C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1EC9E-827D-4EEA-977D-F93F15C8A6C8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D814CD-4C69-7ED8-90AF-D23BF17E5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F082F7-66B3-F591-CD6D-DA5096725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E34CB-6D5B-4611-A1F1-49279FD085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767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01E4B-3EAA-CC72-E8D3-197A098BA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FD15DF-A5E6-C170-2984-5B7B287FF4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42F2CC-7C30-A9E7-97CA-EA9212CB2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1EC9E-827D-4EEA-977D-F93F15C8A6C8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DDA324-516D-6280-06B6-32BCAF749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4A8B1-02DB-0CE2-48D4-A6CDB6931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E34CB-6D5B-4611-A1F1-49279FD085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063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C37F04-60E5-16DD-8563-14E6D8DEB4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50E28C-D049-CA85-2A91-DF792D56FC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8C452C-D9D6-70F8-CC7C-69A5DA6FB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1EC9E-827D-4EEA-977D-F93F15C8A6C8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8666BC-7CFC-B2F8-2135-5C1E44727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959D7-6357-ECA0-BB65-D93EE4F53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E34CB-6D5B-4611-A1F1-49279FD085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062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A5E770-DDF0-1F88-BD8A-BBCBB2B4C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1F7CEE-D284-89C8-3F1B-5085FA23F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6FE42-CAEB-3775-7073-2D731C07DF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71EC9E-827D-4EEA-977D-F93F15C8A6C8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98E971-E0E5-B897-9CA8-4001719C62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917F44-B5F8-F86D-351E-86581515EA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FE34CB-6D5B-4611-A1F1-49279FD085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007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8/10/relationships/comments" Target="../comments/modernComment_101_3B1AFB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52A68-6134-50D5-E5A1-AE87FD0F50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Coastal Forcing Engine</a:t>
            </a:r>
          </a:p>
        </p:txBody>
      </p:sp>
    </p:spTree>
    <p:extLst>
      <p:ext uri="{BB962C8B-B14F-4D97-AF65-F5344CB8AC3E}">
        <p14:creationId xmlns:p14="http://schemas.microsoft.com/office/powerpoint/2010/main" val="26252518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F47F8-E551-EF0B-33C3-B318A0BED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Draft Structure Design</a:t>
            </a:r>
          </a:p>
        </p:txBody>
      </p:sp>
      <p:pic>
        <p:nvPicPr>
          <p:cNvPr id="222" name="Picture 221" descr="A yellow folder with a white background&#10;&#10;AI-generated content may be incorrect.">
            <a:extLst>
              <a:ext uri="{FF2B5EF4-FFF2-40B4-BE49-F238E27FC236}">
                <a16:creationId xmlns:a16="http://schemas.microsoft.com/office/drawing/2014/main" id="{2721EF91-3937-52BE-1228-48BFB8948C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275" y="2666456"/>
            <a:ext cx="786703" cy="786703"/>
          </a:xfrm>
          <a:prstGeom prst="rect">
            <a:avLst/>
          </a:prstGeom>
        </p:spPr>
      </p:pic>
      <p:pic>
        <p:nvPicPr>
          <p:cNvPr id="223" name="Graphic 222" descr="Document outline">
            <a:extLst>
              <a:ext uri="{FF2B5EF4-FFF2-40B4-BE49-F238E27FC236}">
                <a16:creationId xmlns:a16="http://schemas.microsoft.com/office/drawing/2014/main" id="{E2AF38D0-DCE9-0826-C843-B849FAE340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4272" y="1934143"/>
            <a:ext cx="668708" cy="668708"/>
          </a:xfrm>
          <a:prstGeom prst="rect">
            <a:avLst/>
          </a:prstGeom>
        </p:spPr>
      </p:pic>
      <p:pic>
        <p:nvPicPr>
          <p:cNvPr id="224" name="Picture 223" descr="A yellow folder with a white background&#10;&#10;AI-generated content may be incorrect.">
            <a:extLst>
              <a:ext uri="{FF2B5EF4-FFF2-40B4-BE49-F238E27FC236}">
                <a16:creationId xmlns:a16="http://schemas.microsoft.com/office/drawing/2014/main" id="{B2DD672E-E809-85BE-6E4C-D15FFB27F4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273" y="3453159"/>
            <a:ext cx="786703" cy="786703"/>
          </a:xfrm>
          <a:prstGeom prst="rect">
            <a:avLst/>
          </a:prstGeom>
        </p:spPr>
      </p:pic>
      <p:pic>
        <p:nvPicPr>
          <p:cNvPr id="225" name="Picture 224" descr="A yellow folder with a white background&#10;&#10;AI-generated content may be incorrect.">
            <a:extLst>
              <a:ext uri="{FF2B5EF4-FFF2-40B4-BE49-F238E27FC236}">
                <a16:creationId xmlns:a16="http://schemas.microsoft.com/office/drawing/2014/main" id="{1BF69BA1-DBFD-C136-1221-8255902D3F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271" y="4239862"/>
            <a:ext cx="786703" cy="786703"/>
          </a:xfrm>
          <a:prstGeom prst="rect">
            <a:avLst/>
          </a:prstGeom>
        </p:spPr>
      </p:pic>
      <p:sp>
        <p:nvSpPr>
          <p:cNvPr id="227" name="TextBox 226">
            <a:extLst>
              <a:ext uri="{FF2B5EF4-FFF2-40B4-BE49-F238E27FC236}">
                <a16:creationId xmlns:a16="http://schemas.microsoft.com/office/drawing/2014/main" id="{33CCB20A-AF91-D19E-C080-8B039B6D256D}"/>
              </a:ext>
            </a:extLst>
          </p:cNvPr>
          <p:cNvSpPr txBox="1"/>
          <p:nvPr/>
        </p:nvSpPr>
        <p:spPr>
          <a:xfrm>
            <a:off x="1721973" y="2080656"/>
            <a:ext cx="13276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config.yaml</a:t>
            </a: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C9EB90DF-DD1B-F7FA-4CAC-CEDA9190F982}"/>
              </a:ext>
            </a:extLst>
          </p:cNvPr>
          <p:cNvSpPr txBox="1"/>
          <p:nvPr/>
        </p:nvSpPr>
        <p:spPr>
          <a:xfrm>
            <a:off x="1721973" y="2883645"/>
            <a:ext cx="1460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domain_lists</a:t>
            </a: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E3F800AD-D90E-E1A9-D3E5-B0C3115D51A2}"/>
              </a:ext>
            </a:extLst>
          </p:cNvPr>
          <p:cNvSpPr txBox="1"/>
          <p:nvPr/>
        </p:nvSpPr>
        <p:spPr>
          <a:xfrm>
            <a:off x="1721973" y="3661844"/>
            <a:ext cx="17263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download_data</a:t>
            </a: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42196E54-5FD5-4541-8390-FE6947601536}"/>
              </a:ext>
            </a:extLst>
          </p:cNvPr>
          <p:cNvSpPr txBox="1"/>
          <p:nvPr/>
        </p:nvSpPr>
        <p:spPr>
          <a:xfrm>
            <a:off x="1721973" y="4440043"/>
            <a:ext cx="1537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process_data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B0593C-55E1-8A40-4BDD-EA8684A50F41}"/>
              </a:ext>
            </a:extLst>
          </p:cNvPr>
          <p:cNvSpPr txBox="1"/>
          <p:nvPr/>
        </p:nvSpPr>
        <p:spPr>
          <a:xfrm>
            <a:off x="4106166" y="2176822"/>
            <a:ext cx="7247634" cy="3416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# -----------------------------------------------------------------------------</a:t>
            </a:r>
          </a:p>
          <a:p>
            <a:r>
              <a:rPr lang="en-US" sz="1200" dirty="0"/>
              <a:t># User Configuration File for Coastal Forcing</a:t>
            </a:r>
          </a:p>
          <a:p>
            <a:r>
              <a:rPr lang="en-US" sz="1200" dirty="0"/>
              <a:t>#</a:t>
            </a:r>
          </a:p>
          <a:p>
            <a:r>
              <a:rPr lang="en-US" sz="1200" dirty="0"/>
              <a:t># This file controls model type, hydrology source, </a:t>
            </a:r>
            <a:r>
              <a:rPr lang="en-US" sz="1200" dirty="0" err="1"/>
              <a:t>meteo</a:t>
            </a:r>
            <a:r>
              <a:rPr lang="en-US" sz="1200" dirty="0"/>
              <a:t> source, </a:t>
            </a:r>
          </a:p>
          <a:p>
            <a:r>
              <a:rPr lang="en-US" sz="1200" dirty="0"/>
              <a:t># coastal water level source, domain selection, and output paths.</a:t>
            </a:r>
          </a:p>
          <a:p>
            <a:r>
              <a:rPr lang="en-US" sz="1200" dirty="0"/>
              <a:t># -----------------------------------------------------------------------------</a:t>
            </a:r>
          </a:p>
          <a:p>
            <a:r>
              <a:rPr lang="en-US" sz="1200" dirty="0" err="1"/>
              <a:t>coastal_model</a:t>
            </a:r>
            <a:r>
              <a:rPr lang="en-US" sz="1200" dirty="0"/>
              <a:t>: </a:t>
            </a:r>
            <a:r>
              <a:rPr lang="en-US" sz="1200" dirty="0" err="1"/>
              <a:t>sfincs</a:t>
            </a:r>
            <a:r>
              <a:rPr lang="en-US" sz="1200" dirty="0"/>
              <a:t>                   # Options: schism, </a:t>
            </a:r>
            <a:r>
              <a:rPr lang="en-US" sz="1200" dirty="0" err="1"/>
              <a:t>sfincs</a:t>
            </a:r>
            <a:endParaRPr lang="en-US" sz="1200" dirty="0"/>
          </a:p>
          <a:p>
            <a:r>
              <a:rPr lang="en-US" sz="1200" dirty="0" err="1"/>
              <a:t>meteo_source</a:t>
            </a:r>
            <a:r>
              <a:rPr lang="en-US" sz="1200" dirty="0"/>
              <a:t>: </a:t>
            </a:r>
            <a:r>
              <a:rPr lang="en-US" sz="1200" dirty="0" err="1"/>
              <a:t>nwm_ana</a:t>
            </a:r>
            <a:r>
              <a:rPr lang="en-US" sz="1200" dirty="0"/>
              <a:t>                   # Options: </a:t>
            </a:r>
            <a:r>
              <a:rPr lang="en-US" sz="1200" dirty="0" err="1"/>
              <a:t>nwm_retro</a:t>
            </a:r>
            <a:r>
              <a:rPr lang="en-US" sz="1200" dirty="0"/>
              <a:t>, </a:t>
            </a:r>
            <a:r>
              <a:rPr lang="en-US" sz="1200" dirty="0" err="1"/>
              <a:t>nwm_ana</a:t>
            </a:r>
            <a:endParaRPr lang="en-US" sz="1200" dirty="0"/>
          </a:p>
          <a:p>
            <a:r>
              <a:rPr lang="en-US" sz="1200" dirty="0" err="1"/>
              <a:t>hydrology_source</a:t>
            </a:r>
            <a:r>
              <a:rPr lang="en-US" sz="1200" dirty="0"/>
              <a:t>: </a:t>
            </a:r>
            <a:r>
              <a:rPr lang="en-US" sz="1200" dirty="0" err="1"/>
              <a:t>nwm</a:t>
            </a:r>
            <a:r>
              <a:rPr lang="en-US" sz="1200" dirty="0"/>
              <a:t>                   # Options: </a:t>
            </a:r>
            <a:r>
              <a:rPr lang="en-US" sz="1200" dirty="0" err="1"/>
              <a:t>nwm</a:t>
            </a:r>
            <a:r>
              <a:rPr lang="en-US" sz="1200" dirty="0"/>
              <a:t>, </a:t>
            </a:r>
            <a:r>
              <a:rPr lang="en-US" sz="1200" dirty="0" err="1"/>
              <a:t>ngen</a:t>
            </a:r>
            <a:endParaRPr lang="en-US" sz="1200" dirty="0"/>
          </a:p>
          <a:p>
            <a:r>
              <a:rPr lang="en-US" sz="1200" dirty="0" err="1"/>
              <a:t>coastal_water_level_source</a:t>
            </a:r>
            <a:r>
              <a:rPr lang="en-US" sz="1200" dirty="0"/>
              <a:t>: </a:t>
            </a:r>
            <a:r>
              <a:rPr lang="en-US" sz="1200" dirty="0" err="1"/>
              <a:t>stofs</a:t>
            </a:r>
            <a:r>
              <a:rPr lang="en-US" sz="1200" dirty="0"/>
              <a:t>       # Options: </a:t>
            </a:r>
            <a:r>
              <a:rPr lang="en-US" sz="1200" dirty="0" err="1"/>
              <a:t>stofs</a:t>
            </a:r>
            <a:r>
              <a:rPr lang="en-US" sz="1200" dirty="0"/>
              <a:t>, </a:t>
            </a:r>
            <a:r>
              <a:rPr lang="en-US" sz="1200" dirty="0" err="1"/>
              <a:t>tpxo</a:t>
            </a:r>
            <a:r>
              <a:rPr lang="en-US" sz="1200" dirty="0"/>
              <a:t>, </a:t>
            </a:r>
            <a:r>
              <a:rPr lang="en-US" sz="1200" dirty="0" err="1"/>
              <a:t>glofs</a:t>
            </a:r>
            <a:r>
              <a:rPr lang="en-US" sz="1200" dirty="0"/>
              <a:t> (great lakes only)</a:t>
            </a:r>
          </a:p>
          <a:p>
            <a:r>
              <a:rPr lang="en-US" sz="1200" dirty="0" err="1"/>
              <a:t>domain_file</a:t>
            </a:r>
            <a:r>
              <a:rPr lang="en-US" sz="1200" dirty="0"/>
              <a:t>: </a:t>
            </a:r>
            <a:r>
              <a:rPr lang="en-US" sz="1200" dirty="0" err="1"/>
              <a:t>texas_example</a:t>
            </a:r>
            <a:r>
              <a:rPr lang="en-US" sz="1200" dirty="0"/>
              <a:t>              # Options: see </a:t>
            </a:r>
            <a:r>
              <a:rPr lang="en-US" sz="1200" dirty="0" err="1"/>
              <a:t>domain_lists</a:t>
            </a:r>
            <a:r>
              <a:rPr lang="en-US" sz="1200" dirty="0"/>
              <a:t>/{</a:t>
            </a:r>
            <a:r>
              <a:rPr lang="en-US" sz="1200" dirty="0" err="1"/>
              <a:t>coastal_model</a:t>
            </a:r>
            <a:r>
              <a:rPr lang="en-US" sz="1200" dirty="0"/>
              <a:t>}/</a:t>
            </a:r>
          </a:p>
          <a:p>
            <a:br>
              <a:rPr lang="en-US" sz="1200" dirty="0"/>
            </a:br>
            <a:r>
              <a:rPr lang="en-US" sz="1200" dirty="0" err="1"/>
              <a:t>start_time</a:t>
            </a:r>
            <a:r>
              <a:rPr lang="en-US" sz="1200" dirty="0"/>
              <a:t>: 2025-05-11T00-00-00Z        # Simulation start time in format YYYY-MM-DDTHH-MM-SSZ</a:t>
            </a:r>
          </a:p>
          <a:p>
            <a:r>
              <a:rPr lang="en-US" sz="1200" dirty="0" err="1"/>
              <a:t>end_time</a:t>
            </a:r>
            <a:r>
              <a:rPr lang="en-US" sz="1200" dirty="0"/>
              <a:t>: 2025-05-11T03-00-00Z          # Simulation end time in format YYYY-MM-DDTHH-MM-SSZ</a:t>
            </a:r>
          </a:p>
          <a:p>
            <a:endParaRPr lang="en-US" sz="1200" dirty="0"/>
          </a:p>
          <a:p>
            <a:r>
              <a:rPr lang="en-US" sz="1200" dirty="0"/>
              <a:t># These should be externally mounted</a:t>
            </a:r>
            <a:br>
              <a:rPr lang="en-US" sz="1200" dirty="0"/>
            </a:br>
            <a:r>
              <a:rPr lang="en-US" sz="1200" dirty="0" err="1"/>
              <a:t>raw_download_dir</a:t>
            </a:r>
            <a:r>
              <a:rPr lang="en-US" sz="1200" dirty="0"/>
              <a:t>: ../data/raw/             # Directory for storing raw downloaded data</a:t>
            </a:r>
          </a:p>
          <a:p>
            <a:r>
              <a:rPr lang="en-US" sz="1200" dirty="0" err="1"/>
              <a:t>sim_dir</a:t>
            </a:r>
            <a:r>
              <a:rPr lang="en-US" sz="1200" dirty="0"/>
              <a:t>: ../run/                        # Directory for storing all processed model files ready to run</a:t>
            </a:r>
          </a:p>
        </p:txBody>
      </p:sp>
    </p:spTree>
    <p:extLst>
      <p:ext uri="{BB962C8B-B14F-4D97-AF65-F5344CB8AC3E}">
        <p14:creationId xmlns:p14="http://schemas.microsoft.com/office/powerpoint/2010/main" val="99162397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33756-8657-B881-BAD1-CC51D2DBF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4BC36-835C-E549-EC65-5404985A9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Draft Structure Design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F2957D8-FF84-040F-BA96-F81BA6C2AFE6}"/>
              </a:ext>
            </a:extLst>
          </p:cNvPr>
          <p:cNvCxnSpPr>
            <a:cxnSpLocks/>
          </p:cNvCxnSpPr>
          <p:nvPr/>
        </p:nvCxnSpPr>
        <p:spPr>
          <a:xfrm>
            <a:off x="3181988" y="3076626"/>
            <a:ext cx="119850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" name="Picture 6" descr="A yellow folder with a white background&#10;&#10;AI-generated content may be incorrect.">
            <a:extLst>
              <a:ext uri="{FF2B5EF4-FFF2-40B4-BE49-F238E27FC236}">
                <a16:creationId xmlns:a16="http://schemas.microsoft.com/office/drawing/2014/main" id="{28309AF9-33B4-855E-BCF8-C8FA0B6D28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423" y="2042912"/>
            <a:ext cx="786703" cy="7867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FCAC906-3D84-C51B-4B4A-E74B488AB8D1}"/>
              </a:ext>
            </a:extLst>
          </p:cNvPr>
          <p:cNvSpPr txBox="1"/>
          <p:nvPr/>
        </p:nvSpPr>
        <p:spPr>
          <a:xfrm>
            <a:off x="5431126" y="2263152"/>
            <a:ext cx="909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schism</a:t>
            </a:r>
          </a:p>
        </p:txBody>
      </p:sp>
      <p:pic>
        <p:nvPicPr>
          <p:cNvPr id="9" name="Picture 8" descr="A yellow folder with a white background&#10;&#10;AI-generated content may be incorrect.">
            <a:extLst>
              <a:ext uri="{FF2B5EF4-FFF2-40B4-BE49-F238E27FC236}">
                <a16:creationId xmlns:a16="http://schemas.microsoft.com/office/drawing/2014/main" id="{CE5AB261-4B73-1015-A4DC-99473A2DFC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423" y="4423123"/>
            <a:ext cx="786703" cy="78670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64FE0FD-7E95-B98B-6239-AD74B18CA1B0}"/>
              </a:ext>
            </a:extLst>
          </p:cNvPr>
          <p:cNvSpPr txBox="1"/>
          <p:nvPr/>
        </p:nvSpPr>
        <p:spPr>
          <a:xfrm>
            <a:off x="5431126" y="4643363"/>
            <a:ext cx="780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err="1"/>
              <a:t>sfincs</a:t>
            </a:r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909C985-D9AC-72FC-1871-68EB95B144D2}"/>
              </a:ext>
            </a:extLst>
          </p:cNvPr>
          <p:cNvGrpSpPr/>
          <p:nvPr/>
        </p:nvGrpSpPr>
        <p:grpSpPr>
          <a:xfrm>
            <a:off x="5017376" y="5181220"/>
            <a:ext cx="391180" cy="305200"/>
            <a:chOff x="5029200" y="2405666"/>
            <a:chExt cx="391180" cy="305200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A804126-5796-DDC4-A5D5-C6DC2C46850B}"/>
                </a:ext>
              </a:extLst>
            </p:cNvPr>
            <p:cNvCxnSpPr/>
            <p:nvPr/>
          </p:nvCxnSpPr>
          <p:spPr>
            <a:xfrm flipH="1">
              <a:off x="5029200" y="2405666"/>
              <a:ext cx="8575" cy="3052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09847D16-1799-B853-E9B7-09A61EA12C0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29200" y="2710866"/>
              <a:ext cx="39118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FF3A2F7C-730B-51DA-2902-CB9A340B8E50}"/>
              </a:ext>
            </a:extLst>
          </p:cNvPr>
          <p:cNvSpPr txBox="1"/>
          <p:nvPr/>
        </p:nvSpPr>
        <p:spPr>
          <a:xfrm>
            <a:off x="5444890" y="2872196"/>
            <a:ext cx="958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all.yaml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804F4B4-2428-5DB1-45BB-C57727C141D7}"/>
              </a:ext>
            </a:extLst>
          </p:cNvPr>
          <p:cNvSpPr txBox="1"/>
          <p:nvPr/>
        </p:nvSpPr>
        <p:spPr>
          <a:xfrm>
            <a:off x="5459134" y="5302161"/>
            <a:ext cx="21963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err="1"/>
              <a:t>texas_example.yaml</a:t>
            </a:r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FCD883E-951D-BCA4-1396-0026614DD21F}"/>
              </a:ext>
            </a:extLst>
          </p:cNvPr>
          <p:cNvSpPr txBox="1"/>
          <p:nvPr/>
        </p:nvSpPr>
        <p:spPr>
          <a:xfrm>
            <a:off x="7412342" y="1956520"/>
            <a:ext cx="44422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Includes files that indicate where the (mostly) static model files are located, e.g.:</a:t>
            </a:r>
          </a:p>
        </p:txBody>
      </p:sp>
      <p:pic>
        <p:nvPicPr>
          <p:cNvPr id="41" name="Picture 40" descr="A yellow folder with a white background&#10;&#10;AI-generated content may be incorrect.">
            <a:extLst>
              <a:ext uri="{FF2B5EF4-FFF2-40B4-BE49-F238E27FC236}">
                <a16:creationId xmlns:a16="http://schemas.microsoft.com/office/drawing/2014/main" id="{6AFE824E-A518-0E3D-9644-1E7569B819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275" y="2666456"/>
            <a:ext cx="786703" cy="786703"/>
          </a:xfrm>
          <a:prstGeom prst="rect">
            <a:avLst/>
          </a:prstGeom>
        </p:spPr>
      </p:pic>
      <p:pic>
        <p:nvPicPr>
          <p:cNvPr id="42" name="Graphic 41" descr="Document outline">
            <a:extLst>
              <a:ext uri="{FF2B5EF4-FFF2-40B4-BE49-F238E27FC236}">
                <a16:creationId xmlns:a16="http://schemas.microsoft.com/office/drawing/2014/main" id="{6E19AEE6-5040-E015-6001-4229256B47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4272" y="1934143"/>
            <a:ext cx="668708" cy="668708"/>
          </a:xfrm>
          <a:prstGeom prst="rect">
            <a:avLst/>
          </a:prstGeom>
        </p:spPr>
      </p:pic>
      <p:pic>
        <p:nvPicPr>
          <p:cNvPr id="43" name="Picture 42" descr="A yellow folder with a white background&#10;&#10;AI-generated content may be incorrect.">
            <a:extLst>
              <a:ext uri="{FF2B5EF4-FFF2-40B4-BE49-F238E27FC236}">
                <a16:creationId xmlns:a16="http://schemas.microsoft.com/office/drawing/2014/main" id="{71846D18-D5D7-010E-5BE2-EACACC3C61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273" y="3453159"/>
            <a:ext cx="786703" cy="786703"/>
          </a:xfrm>
          <a:prstGeom prst="rect">
            <a:avLst/>
          </a:prstGeom>
        </p:spPr>
      </p:pic>
      <p:pic>
        <p:nvPicPr>
          <p:cNvPr id="44" name="Picture 43" descr="A yellow folder with a white background&#10;&#10;AI-generated content may be incorrect.">
            <a:extLst>
              <a:ext uri="{FF2B5EF4-FFF2-40B4-BE49-F238E27FC236}">
                <a16:creationId xmlns:a16="http://schemas.microsoft.com/office/drawing/2014/main" id="{6542FD3E-453E-2B1C-6F06-C31DD99E46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271" y="4239862"/>
            <a:ext cx="786703" cy="786703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263231F6-9F49-949B-612B-88CE42A6CA93}"/>
              </a:ext>
            </a:extLst>
          </p:cNvPr>
          <p:cNvSpPr txBox="1"/>
          <p:nvPr/>
        </p:nvSpPr>
        <p:spPr>
          <a:xfrm>
            <a:off x="1721973" y="2080656"/>
            <a:ext cx="13276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config.yaml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A1EFC46-13DF-ED67-ECAC-639104A07E47}"/>
              </a:ext>
            </a:extLst>
          </p:cNvPr>
          <p:cNvSpPr txBox="1"/>
          <p:nvPr/>
        </p:nvSpPr>
        <p:spPr>
          <a:xfrm>
            <a:off x="1721973" y="2883645"/>
            <a:ext cx="1460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domain_lists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0E113F0-FC05-6983-0027-CD8DC3434837}"/>
              </a:ext>
            </a:extLst>
          </p:cNvPr>
          <p:cNvSpPr txBox="1"/>
          <p:nvPr/>
        </p:nvSpPr>
        <p:spPr>
          <a:xfrm>
            <a:off x="1721973" y="3661844"/>
            <a:ext cx="17263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download_data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3040437-1866-8660-CE99-54F2B44972FB}"/>
              </a:ext>
            </a:extLst>
          </p:cNvPr>
          <p:cNvSpPr txBox="1"/>
          <p:nvPr/>
        </p:nvSpPr>
        <p:spPr>
          <a:xfrm>
            <a:off x="1721973" y="4440043"/>
            <a:ext cx="1537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process_data</a:t>
            </a:r>
          </a:p>
        </p:txBody>
      </p:sp>
      <p:sp>
        <p:nvSpPr>
          <p:cNvPr id="51" name="Left Bracket 50">
            <a:extLst>
              <a:ext uri="{FF2B5EF4-FFF2-40B4-BE49-F238E27FC236}">
                <a16:creationId xmlns:a16="http://schemas.microsoft.com/office/drawing/2014/main" id="{0DBE025D-9937-A6EF-65EE-FA7E11DAA450}"/>
              </a:ext>
            </a:extLst>
          </p:cNvPr>
          <p:cNvSpPr/>
          <p:nvPr/>
        </p:nvSpPr>
        <p:spPr>
          <a:xfrm>
            <a:off x="4380494" y="1778924"/>
            <a:ext cx="527859" cy="4274662"/>
          </a:xfrm>
          <a:prstGeom prst="leftBracket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CDA23E13-AF2D-C544-1670-3B9E06E8E5F7}"/>
              </a:ext>
            </a:extLst>
          </p:cNvPr>
          <p:cNvGrpSpPr/>
          <p:nvPr/>
        </p:nvGrpSpPr>
        <p:grpSpPr>
          <a:xfrm>
            <a:off x="4955750" y="2754042"/>
            <a:ext cx="391180" cy="305200"/>
            <a:chOff x="5029200" y="2405666"/>
            <a:chExt cx="391180" cy="305200"/>
          </a:xfrm>
        </p:grpSpPr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BEB9725-1982-D7D6-F357-20770EFB4078}"/>
                </a:ext>
              </a:extLst>
            </p:cNvPr>
            <p:cNvCxnSpPr/>
            <p:nvPr/>
          </p:nvCxnSpPr>
          <p:spPr>
            <a:xfrm flipH="1">
              <a:off x="5029200" y="2405666"/>
              <a:ext cx="8575" cy="3052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167C2B5-591D-F77C-EF0E-8D57BA9D9C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29200" y="2710866"/>
              <a:ext cx="39118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0575BCE-C62C-2F91-8960-F2BA8BBADD81}"/>
              </a:ext>
            </a:extLst>
          </p:cNvPr>
          <p:cNvCxnSpPr>
            <a:cxnSpLocks/>
          </p:cNvCxnSpPr>
          <p:nvPr/>
        </p:nvCxnSpPr>
        <p:spPr>
          <a:xfrm flipV="1">
            <a:off x="6403870" y="4228672"/>
            <a:ext cx="1302212" cy="10734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47F86EA-9C4B-073C-D223-29591E4A9C2C}"/>
              </a:ext>
            </a:extLst>
          </p:cNvPr>
          <p:cNvSpPr txBox="1"/>
          <p:nvPr/>
        </p:nvSpPr>
        <p:spPr>
          <a:xfrm>
            <a:off x="7412342" y="2754042"/>
            <a:ext cx="4562781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# This file is intended to be an example of how one could list domains available #to run</a:t>
            </a:r>
          </a:p>
          <a:p>
            <a:r>
              <a:rPr lang="en-US" sz="1000" dirty="0"/>
              <a:t>domain:</a:t>
            </a:r>
          </a:p>
          <a:p>
            <a:r>
              <a:rPr lang="en-US" sz="1000" dirty="0"/>
              <a:t>  - name: </a:t>
            </a:r>
            <a:r>
              <a:rPr lang="en-US" sz="1000" dirty="0" err="1"/>
              <a:t>texas_example</a:t>
            </a:r>
            <a:endParaRPr lang="en-US" sz="1000" dirty="0"/>
          </a:p>
          <a:p>
            <a:r>
              <a:rPr lang="en-US" sz="1000" dirty="0"/>
              <a:t>    path: ..\..\..\</a:t>
            </a:r>
            <a:r>
              <a:rPr lang="en-US" sz="1000" dirty="0" err="1"/>
              <a:t>CoastalModels</a:t>
            </a:r>
            <a:r>
              <a:rPr lang="en-US" sz="1000" dirty="0"/>
              <a:t>\</a:t>
            </a:r>
            <a:r>
              <a:rPr lang="en-US" sz="1000" dirty="0" err="1"/>
              <a:t>sfincs</a:t>
            </a:r>
            <a:r>
              <a:rPr lang="en-US" sz="1000" dirty="0"/>
              <a:t>\</a:t>
            </a:r>
            <a:r>
              <a:rPr lang="en-US" sz="1000" dirty="0" err="1"/>
              <a:t>texas_example</a:t>
            </a:r>
            <a:r>
              <a:rPr lang="en-US" sz="1000" dirty="0"/>
              <a:t>\ # path to base model files</a:t>
            </a:r>
          </a:p>
          <a:p>
            <a:r>
              <a:rPr lang="en-US" sz="1000" dirty="0"/>
              <a:t>    region: </a:t>
            </a:r>
            <a:r>
              <a:rPr lang="en-US" sz="1000" dirty="0" err="1"/>
              <a:t>texas</a:t>
            </a:r>
            <a:r>
              <a:rPr lang="en-US" sz="1000" dirty="0"/>
              <a:t>   # General region or basin group</a:t>
            </a:r>
          </a:p>
          <a:p>
            <a:r>
              <a:rPr lang="en-US" sz="1000" dirty="0"/>
              <a:t>    notes: &gt;</a:t>
            </a:r>
          </a:p>
          <a:p>
            <a:r>
              <a:rPr lang="en-US" sz="1000" dirty="0"/>
              <a:t>      Example SFINCS domain covering an area of Texas coastline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18E142B-87DA-6184-229E-3B92459ED05B}"/>
              </a:ext>
            </a:extLst>
          </p:cNvPr>
          <p:cNvCxnSpPr>
            <a:cxnSpLocks/>
            <a:stCxn id="19" idx="3"/>
            <a:endCxn id="29" idx="1"/>
          </p:cNvCxnSpPr>
          <p:nvPr/>
        </p:nvCxnSpPr>
        <p:spPr>
          <a:xfrm flipV="1">
            <a:off x="6403870" y="2279686"/>
            <a:ext cx="1008472" cy="7771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572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C37ED-FA38-A1B3-FA55-ACBA5EC15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89D17-3361-14DE-DE3A-D0F849C41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Draft Structure Design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96809B9-C1C0-8ED3-C4E7-A9F0DE4E3A9A}"/>
              </a:ext>
            </a:extLst>
          </p:cNvPr>
          <p:cNvCxnSpPr>
            <a:cxnSpLocks/>
          </p:cNvCxnSpPr>
          <p:nvPr/>
        </p:nvCxnSpPr>
        <p:spPr>
          <a:xfrm>
            <a:off x="3448343" y="3846510"/>
            <a:ext cx="932151" cy="319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F9D174D-1759-F243-C1A0-C0FB3CD59A4E}"/>
              </a:ext>
            </a:extLst>
          </p:cNvPr>
          <p:cNvSpPr txBox="1"/>
          <p:nvPr/>
        </p:nvSpPr>
        <p:spPr>
          <a:xfrm>
            <a:off x="4644423" y="3316532"/>
            <a:ext cx="67093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includes script to download raw data from required sources, for example NWM retrospective, NWM forecast, STOFS, etc. and saves them to </a:t>
            </a:r>
            <a:r>
              <a:rPr lang="en-US" dirty="0" err="1"/>
              <a:t>raw_download_dir</a:t>
            </a:r>
            <a:r>
              <a:rPr lang="en-US" dirty="0"/>
              <a:t> specified in </a:t>
            </a:r>
            <a:r>
              <a:rPr lang="en-US" dirty="0" err="1"/>
              <a:t>config.yaml</a:t>
            </a:r>
            <a:endParaRPr lang="en-US" dirty="0"/>
          </a:p>
        </p:txBody>
      </p:sp>
      <p:pic>
        <p:nvPicPr>
          <p:cNvPr id="6" name="Picture 5" descr="A yellow folder with a white background&#10;&#10;AI-generated content may be incorrect.">
            <a:extLst>
              <a:ext uri="{FF2B5EF4-FFF2-40B4-BE49-F238E27FC236}">
                <a16:creationId xmlns:a16="http://schemas.microsoft.com/office/drawing/2014/main" id="{6F7B1CFA-C42D-3329-11D1-2AB6C45141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275" y="2666456"/>
            <a:ext cx="786703" cy="786703"/>
          </a:xfrm>
          <a:prstGeom prst="rect">
            <a:avLst/>
          </a:prstGeom>
        </p:spPr>
      </p:pic>
      <p:pic>
        <p:nvPicPr>
          <p:cNvPr id="11" name="Graphic 10" descr="Document outline">
            <a:extLst>
              <a:ext uri="{FF2B5EF4-FFF2-40B4-BE49-F238E27FC236}">
                <a16:creationId xmlns:a16="http://schemas.microsoft.com/office/drawing/2014/main" id="{E44B082A-321D-72FB-82A0-33FEA813BC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4272" y="1934143"/>
            <a:ext cx="668708" cy="668708"/>
          </a:xfrm>
          <a:prstGeom prst="rect">
            <a:avLst/>
          </a:prstGeom>
        </p:spPr>
      </p:pic>
      <p:pic>
        <p:nvPicPr>
          <p:cNvPr id="14" name="Picture 13" descr="A yellow folder with a white background&#10;&#10;AI-generated content may be incorrect.">
            <a:extLst>
              <a:ext uri="{FF2B5EF4-FFF2-40B4-BE49-F238E27FC236}">
                <a16:creationId xmlns:a16="http://schemas.microsoft.com/office/drawing/2014/main" id="{16D104D6-DC3D-A39D-CCC9-56F75C3D10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273" y="3453159"/>
            <a:ext cx="786703" cy="786703"/>
          </a:xfrm>
          <a:prstGeom prst="rect">
            <a:avLst/>
          </a:prstGeom>
        </p:spPr>
      </p:pic>
      <p:pic>
        <p:nvPicPr>
          <p:cNvPr id="22" name="Picture 21" descr="A yellow folder with a white background&#10;&#10;AI-generated content may be incorrect.">
            <a:extLst>
              <a:ext uri="{FF2B5EF4-FFF2-40B4-BE49-F238E27FC236}">
                <a16:creationId xmlns:a16="http://schemas.microsoft.com/office/drawing/2014/main" id="{5B007BEB-BE2E-F56B-1AC3-4F809FC876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271" y="4239862"/>
            <a:ext cx="786703" cy="786703"/>
          </a:xfrm>
          <a:prstGeom prst="rect">
            <a:avLst/>
          </a:prstGeom>
        </p:spPr>
      </p:pic>
      <p:pic>
        <p:nvPicPr>
          <p:cNvPr id="24" name="Picture 23" descr="A yellow folder with a white background&#10;&#10;AI-generated content may be incorrect.">
            <a:extLst>
              <a:ext uri="{FF2B5EF4-FFF2-40B4-BE49-F238E27FC236}">
                <a16:creationId xmlns:a16="http://schemas.microsoft.com/office/drawing/2014/main" id="{E3CA3C4C-5E1B-627B-B738-C0EF8C0F76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270" y="5026565"/>
            <a:ext cx="786703" cy="786703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CAB09A65-63C0-DC36-3285-B165F018D369}"/>
              </a:ext>
            </a:extLst>
          </p:cNvPr>
          <p:cNvSpPr txBox="1"/>
          <p:nvPr/>
        </p:nvSpPr>
        <p:spPr>
          <a:xfrm>
            <a:off x="1721973" y="2080656"/>
            <a:ext cx="13276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config.yaml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EA69A4A-E05A-5D1E-848C-0B7645F4E9A2}"/>
              </a:ext>
            </a:extLst>
          </p:cNvPr>
          <p:cNvSpPr txBox="1"/>
          <p:nvPr/>
        </p:nvSpPr>
        <p:spPr>
          <a:xfrm>
            <a:off x="1721973" y="2883645"/>
            <a:ext cx="1460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domain_lists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83EBAE1-C86C-DF76-12FB-5B29F0E162F6}"/>
              </a:ext>
            </a:extLst>
          </p:cNvPr>
          <p:cNvSpPr txBox="1"/>
          <p:nvPr/>
        </p:nvSpPr>
        <p:spPr>
          <a:xfrm>
            <a:off x="1721973" y="3661844"/>
            <a:ext cx="17263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download_data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1A7B2F0-5FB3-92E0-3C74-8AB68BC03005}"/>
              </a:ext>
            </a:extLst>
          </p:cNvPr>
          <p:cNvSpPr txBox="1"/>
          <p:nvPr/>
        </p:nvSpPr>
        <p:spPr>
          <a:xfrm>
            <a:off x="1721973" y="4440043"/>
            <a:ext cx="1537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process_data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E2357D7-7112-B0DF-8101-ACC4F4419B54}"/>
              </a:ext>
            </a:extLst>
          </p:cNvPr>
          <p:cNvSpPr txBox="1"/>
          <p:nvPr/>
        </p:nvSpPr>
        <p:spPr>
          <a:xfrm>
            <a:off x="1721973" y="5226746"/>
            <a:ext cx="633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data</a:t>
            </a:r>
          </a:p>
        </p:txBody>
      </p:sp>
      <p:sp>
        <p:nvSpPr>
          <p:cNvPr id="30" name="Left Bracket 29">
            <a:extLst>
              <a:ext uri="{FF2B5EF4-FFF2-40B4-BE49-F238E27FC236}">
                <a16:creationId xmlns:a16="http://schemas.microsoft.com/office/drawing/2014/main" id="{5E2C1C54-1D55-92A8-8BCF-FB5AA89C5FBB}"/>
              </a:ext>
            </a:extLst>
          </p:cNvPr>
          <p:cNvSpPr/>
          <p:nvPr/>
        </p:nvSpPr>
        <p:spPr>
          <a:xfrm>
            <a:off x="4380494" y="1778924"/>
            <a:ext cx="527859" cy="4274662"/>
          </a:xfrm>
          <a:prstGeom prst="leftBracket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4517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3E267-CC23-A633-EC2B-A1E850D4D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DC1CA-B6EA-844F-8CE3-DB2337EB2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Draft Structure Design</a:t>
            </a:r>
          </a:p>
        </p:txBody>
      </p:sp>
      <p:pic>
        <p:nvPicPr>
          <p:cNvPr id="203" name="Picture 202" descr="A yellow folder with a white background&#10;&#10;AI-generated content may be incorrect.">
            <a:extLst>
              <a:ext uri="{FF2B5EF4-FFF2-40B4-BE49-F238E27FC236}">
                <a16:creationId xmlns:a16="http://schemas.microsoft.com/office/drawing/2014/main" id="{36959CF7-4673-B9D7-2286-B55FD39ED7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275" y="2666456"/>
            <a:ext cx="786703" cy="786703"/>
          </a:xfrm>
          <a:prstGeom prst="rect">
            <a:avLst/>
          </a:prstGeom>
        </p:spPr>
      </p:pic>
      <p:pic>
        <p:nvPicPr>
          <p:cNvPr id="209" name="Graphic 208" descr="Document outline">
            <a:extLst>
              <a:ext uri="{FF2B5EF4-FFF2-40B4-BE49-F238E27FC236}">
                <a16:creationId xmlns:a16="http://schemas.microsoft.com/office/drawing/2014/main" id="{8EE8CE20-DE67-6ACF-0E96-67EAC4AB9E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4272" y="1934143"/>
            <a:ext cx="668708" cy="668708"/>
          </a:xfrm>
          <a:prstGeom prst="rect">
            <a:avLst/>
          </a:prstGeom>
        </p:spPr>
      </p:pic>
      <p:pic>
        <p:nvPicPr>
          <p:cNvPr id="210" name="Picture 209" descr="A yellow folder with a white background&#10;&#10;AI-generated content may be incorrect.">
            <a:extLst>
              <a:ext uri="{FF2B5EF4-FFF2-40B4-BE49-F238E27FC236}">
                <a16:creationId xmlns:a16="http://schemas.microsoft.com/office/drawing/2014/main" id="{3D87A1E1-F098-D4C7-10E2-5319E37342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273" y="3453159"/>
            <a:ext cx="786703" cy="786703"/>
          </a:xfrm>
          <a:prstGeom prst="rect">
            <a:avLst/>
          </a:prstGeom>
        </p:spPr>
      </p:pic>
      <p:pic>
        <p:nvPicPr>
          <p:cNvPr id="211" name="Picture 210" descr="A yellow folder with a white background&#10;&#10;AI-generated content may be incorrect.">
            <a:extLst>
              <a:ext uri="{FF2B5EF4-FFF2-40B4-BE49-F238E27FC236}">
                <a16:creationId xmlns:a16="http://schemas.microsoft.com/office/drawing/2014/main" id="{30790AEE-E7BD-807E-B3A6-95660CEF22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271" y="4239862"/>
            <a:ext cx="786703" cy="786703"/>
          </a:xfrm>
          <a:prstGeom prst="rect">
            <a:avLst/>
          </a:prstGeom>
        </p:spPr>
      </p:pic>
      <p:sp>
        <p:nvSpPr>
          <p:cNvPr id="214" name="TextBox 213">
            <a:extLst>
              <a:ext uri="{FF2B5EF4-FFF2-40B4-BE49-F238E27FC236}">
                <a16:creationId xmlns:a16="http://schemas.microsoft.com/office/drawing/2014/main" id="{606A6C33-89B6-69B4-0D67-02159EABB94C}"/>
              </a:ext>
            </a:extLst>
          </p:cNvPr>
          <p:cNvSpPr txBox="1"/>
          <p:nvPr/>
        </p:nvSpPr>
        <p:spPr>
          <a:xfrm>
            <a:off x="1721973" y="2080656"/>
            <a:ext cx="13276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config.yaml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B04D251A-54A7-027B-F28F-3D32A9140635}"/>
              </a:ext>
            </a:extLst>
          </p:cNvPr>
          <p:cNvSpPr txBox="1"/>
          <p:nvPr/>
        </p:nvSpPr>
        <p:spPr>
          <a:xfrm>
            <a:off x="1721973" y="2883645"/>
            <a:ext cx="1460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domain_lists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A105D8F1-893E-26DC-15DA-555F8BBF7555}"/>
              </a:ext>
            </a:extLst>
          </p:cNvPr>
          <p:cNvSpPr txBox="1"/>
          <p:nvPr/>
        </p:nvSpPr>
        <p:spPr>
          <a:xfrm>
            <a:off x="1721973" y="3661844"/>
            <a:ext cx="17263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download_data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CD6FC46D-DD00-862A-A819-DECEE897CC7C}"/>
              </a:ext>
            </a:extLst>
          </p:cNvPr>
          <p:cNvSpPr txBox="1"/>
          <p:nvPr/>
        </p:nvSpPr>
        <p:spPr>
          <a:xfrm>
            <a:off x="1721973" y="4440043"/>
            <a:ext cx="1537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process_data</a:t>
            </a:r>
          </a:p>
        </p:txBody>
      </p:sp>
      <p:sp>
        <p:nvSpPr>
          <p:cNvPr id="3" name="Left Bracket 2">
            <a:extLst>
              <a:ext uri="{FF2B5EF4-FFF2-40B4-BE49-F238E27FC236}">
                <a16:creationId xmlns:a16="http://schemas.microsoft.com/office/drawing/2014/main" id="{B801B354-DF3E-A162-2B74-62E7C706833B}"/>
              </a:ext>
            </a:extLst>
          </p:cNvPr>
          <p:cNvSpPr/>
          <p:nvPr/>
        </p:nvSpPr>
        <p:spPr>
          <a:xfrm>
            <a:off x="4380494" y="1778924"/>
            <a:ext cx="527859" cy="4274662"/>
          </a:xfrm>
          <a:prstGeom prst="leftBracket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C0A8820-AF0C-F9E3-1213-8FE4501C9D3E}"/>
              </a:ext>
            </a:extLst>
          </p:cNvPr>
          <p:cNvCxnSpPr>
            <a:cxnSpLocks/>
          </p:cNvCxnSpPr>
          <p:nvPr/>
        </p:nvCxnSpPr>
        <p:spPr>
          <a:xfrm>
            <a:off x="3448343" y="4633213"/>
            <a:ext cx="932151" cy="319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B3EC65F-FBB0-D0F8-1467-ED9CA7C969B6}"/>
              </a:ext>
            </a:extLst>
          </p:cNvPr>
          <p:cNvSpPr txBox="1"/>
          <p:nvPr/>
        </p:nvSpPr>
        <p:spPr>
          <a:xfrm>
            <a:off x="4644423" y="3453159"/>
            <a:ext cx="60661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includes script to process the raw data into the format required by the model, and saves to </a:t>
            </a:r>
            <a:r>
              <a:rPr lang="en-US" dirty="0" err="1"/>
              <a:t>forcing_output_data</a:t>
            </a:r>
            <a:r>
              <a:rPr lang="en-US" dirty="0"/>
              <a:t> directory specified in </a:t>
            </a:r>
            <a:r>
              <a:rPr lang="en-US" dirty="0" err="1"/>
              <a:t>config.yaml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24431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2BC98-A32F-C79E-47E7-B04B547C7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68769-9F95-48FC-684E-5BCDE2788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Draft Structure Design</a:t>
            </a:r>
          </a:p>
        </p:txBody>
      </p:sp>
      <p:pic>
        <p:nvPicPr>
          <p:cNvPr id="203" name="Picture 202" descr="A yellow folder with a white background&#10;&#10;AI-generated content may be incorrect.">
            <a:extLst>
              <a:ext uri="{FF2B5EF4-FFF2-40B4-BE49-F238E27FC236}">
                <a16:creationId xmlns:a16="http://schemas.microsoft.com/office/drawing/2014/main" id="{7C56047D-A497-5B78-EE30-1482D87C19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296" y="3492605"/>
            <a:ext cx="786703" cy="786703"/>
          </a:xfrm>
          <a:prstGeom prst="rect">
            <a:avLst/>
          </a:prstGeom>
        </p:spPr>
      </p:pic>
      <p:pic>
        <p:nvPicPr>
          <p:cNvPr id="209" name="Graphic 208" descr="Document outline">
            <a:extLst>
              <a:ext uri="{FF2B5EF4-FFF2-40B4-BE49-F238E27FC236}">
                <a16:creationId xmlns:a16="http://schemas.microsoft.com/office/drawing/2014/main" id="{AD00BD7D-5B80-A205-67B1-86B3033426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2293" y="2760292"/>
            <a:ext cx="668708" cy="668708"/>
          </a:xfrm>
          <a:prstGeom prst="rect">
            <a:avLst/>
          </a:prstGeom>
        </p:spPr>
      </p:pic>
      <p:pic>
        <p:nvPicPr>
          <p:cNvPr id="210" name="Picture 209" descr="A yellow folder with a white background&#10;&#10;AI-generated content may be incorrect.">
            <a:extLst>
              <a:ext uri="{FF2B5EF4-FFF2-40B4-BE49-F238E27FC236}">
                <a16:creationId xmlns:a16="http://schemas.microsoft.com/office/drawing/2014/main" id="{AC4C4BDF-A270-1F28-7C2B-A54D06ABCB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294" y="4279308"/>
            <a:ext cx="786703" cy="786703"/>
          </a:xfrm>
          <a:prstGeom prst="rect">
            <a:avLst/>
          </a:prstGeom>
        </p:spPr>
      </p:pic>
      <p:pic>
        <p:nvPicPr>
          <p:cNvPr id="211" name="Picture 210" descr="A yellow folder with a white background&#10;&#10;AI-generated content may be incorrect.">
            <a:extLst>
              <a:ext uri="{FF2B5EF4-FFF2-40B4-BE49-F238E27FC236}">
                <a16:creationId xmlns:a16="http://schemas.microsoft.com/office/drawing/2014/main" id="{281D0C11-0257-4539-7D30-8FFF2095EB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292" y="5066011"/>
            <a:ext cx="786703" cy="786703"/>
          </a:xfrm>
          <a:prstGeom prst="rect">
            <a:avLst/>
          </a:prstGeom>
        </p:spPr>
      </p:pic>
      <p:pic>
        <p:nvPicPr>
          <p:cNvPr id="213" name="Picture 212" descr="A yellow folder with a white background&#10;&#10;AI-generated content may be incorrect.">
            <a:extLst>
              <a:ext uri="{FF2B5EF4-FFF2-40B4-BE49-F238E27FC236}">
                <a16:creationId xmlns:a16="http://schemas.microsoft.com/office/drawing/2014/main" id="{F468E89F-95E9-554A-6342-41CEB3FA0B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3091" y="1251634"/>
            <a:ext cx="786703" cy="786703"/>
          </a:xfrm>
          <a:prstGeom prst="rect">
            <a:avLst/>
          </a:prstGeom>
        </p:spPr>
      </p:pic>
      <p:sp>
        <p:nvSpPr>
          <p:cNvPr id="214" name="TextBox 213">
            <a:extLst>
              <a:ext uri="{FF2B5EF4-FFF2-40B4-BE49-F238E27FC236}">
                <a16:creationId xmlns:a16="http://schemas.microsoft.com/office/drawing/2014/main" id="{A73FCD79-CA91-A1F8-34AA-4B26A1286870}"/>
              </a:ext>
            </a:extLst>
          </p:cNvPr>
          <p:cNvSpPr txBox="1"/>
          <p:nvPr/>
        </p:nvSpPr>
        <p:spPr>
          <a:xfrm>
            <a:off x="1719994" y="2906805"/>
            <a:ext cx="1327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config.yaml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0F813E4C-7E0F-EF7E-F337-ED11421F0532}"/>
              </a:ext>
            </a:extLst>
          </p:cNvPr>
          <p:cNvSpPr txBox="1"/>
          <p:nvPr/>
        </p:nvSpPr>
        <p:spPr>
          <a:xfrm>
            <a:off x="1719994" y="3709794"/>
            <a:ext cx="1460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domain_lists</a:t>
            </a:r>
            <a:endParaRPr lang="en-US" dirty="0"/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7D9D3F7B-F971-67FD-D8FA-CB8E2EE56F17}"/>
              </a:ext>
            </a:extLst>
          </p:cNvPr>
          <p:cNvSpPr txBox="1"/>
          <p:nvPr/>
        </p:nvSpPr>
        <p:spPr>
          <a:xfrm>
            <a:off x="1719994" y="4487993"/>
            <a:ext cx="1726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download_data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C7772D41-EFC4-6E54-302C-494032F6E2D3}"/>
              </a:ext>
            </a:extLst>
          </p:cNvPr>
          <p:cNvSpPr txBox="1"/>
          <p:nvPr/>
        </p:nvSpPr>
        <p:spPr>
          <a:xfrm>
            <a:off x="1719994" y="5266192"/>
            <a:ext cx="15379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process_data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DC4D046E-7B36-3622-F9CD-ECEC6466D9BB}"/>
              </a:ext>
            </a:extLst>
          </p:cNvPr>
          <p:cNvSpPr txBox="1"/>
          <p:nvPr/>
        </p:nvSpPr>
        <p:spPr>
          <a:xfrm>
            <a:off x="7739794" y="1451815"/>
            <a:ext cx="633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</a:t>
            </a:r>
          </a:p>
        </p:txBody>
      </p:sp>
      <p:sp>
        <p:nvSpPr>
          <p:cNvPr id="3" name="Left Bracket 2">
            <a:extLst>
              <a:ext uri="{FF2B5EF4-FFF2-40B4-BE49-F238E27FC236}">
                <a16:creationId xmlns:a16="http://schemas.microsoft.com/office/drawing/2014/main" id="{A287DFFC-D8A8-8459-386E-787812245DEE}"/>
              </a:ext>
            </a:extLst>
          </p:cNvPr>
          <p:cNvSpPr/>
          <p:nvPr/>
        </p:nvSpPr>
        <p:spPr>
          <a:xfrm rot="5400000">
            <a:off x="1859149" y="1456796"/>
            <a:ext cx="527859" cy="2646570"/>
          </a:xfrm>
          <a:prstGeom prst="leftBracket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E429F27-B8DE-6A95-96D1-884EA23C2028}"/>
              </a:ext>
            </a:extLst>
          </p:cNvPr>
          <p:cNvCxnSpPr>
            <a:cxnSpLocks/>
          </p:cNvCxnSpPr>
          <p:nvPr/>
        </p:nvCxnSpPr>
        <p:spPr>
          <a:xfrm flipH="1" flipV="1">
            <a:off x="2039395" y="2167262"/>
            <a:ext cx="1979" cy="35390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0D40155-B5F3-CD1F-E4A9-76FB17136C72}"/>
              </a:ext>
            </a:extLst>
          </p:cNvPr>
          <p:cNvCxnSpPr>
            <a:cxnSpLocks/>
          </p:cNvCxnSpPr>
          <p:nvPr/>
        </p:nvCxnSpPr>
        <p:spPr>
          <a:xfrm>
            <a:off x="2036875" y="2169770"/>
            <a:ext cx="806794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Left Bracket 9">
            <a:extLst>
              <a:ext uri="{FF2B5EF4-FFF2-40B4-BE49-F238E27FC236}">
                <a16:creationId xmlns:a16="http://schemas.microsoft.com/office/drawing/2014/main" id="{E27087C1-7F61-0A00-D162-FBD700C397A0}"/>
              </a:ext>
            </a:extLst>
          </p:cNvPr>
          <p:cNvSpPr/>
          <p:nvPr/>
        </p:nvSpPr>
        <p:spPr>
          <a:xfrm rot="5400000">
            <a:off x="4772313" y="1456797"/>
            <a:ext cx="527859" cy="2646570"/>
          </a:xfrm>
          <a:prstGeom prst="leftBracket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3BFDF67-A10E-DB40-76C8-8439D36BFB14}"/>
              </a:ext>
            </a:extLst>
          </p:cNvPr>
          <p:cNvCxnSpPr>
            <a:cxnSpLocks/>
          </p:cNvCxnSpPr>
          <p:nvPr/>
        </p:nvCxnSpPr>
        <p:spPr>
          <a:xfrm flipH="1" flipV="1">
            <a:off x="4952559" y="2167263"/>
            <a:ext cx="1979" cy="35390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Left Bracket 12">
            <a:extLst>
              <a:ext uri="{FF2B5EF4-FFF2-40B4-BE49-F238E27FC236}">
                <a16:creationId xmlns:a16="http://schemas.microsoft.com/office/drawing/2014/main" id="{F3F6AAA4-8AD5-D522-C3A7-873FB9A154D5}"/>
              </a:ext>
            </a:extLst>
          </p:cNvPr>
          <p:cNvSpPr/>
          <p:nvPr/>
        </p:nvSpPr>
        <p:spPr>
          <a:xfrm rot="5400000">
            <a:off x="10122178" y="1259198"/>
            <a:ext cx="527859" cy="3041770"/>
          </a:xfrm>
          <a:prstGeom prst="leftBracket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268CF4B-A6C7-5C4D-ADB9-B4A8D47D548B}"/>
              </a:ext>
            </a:extLst>
          </p:cNvPr>
          <p:cNvCxnSpPr>
            <a:cxnSpLocks/>
          </p:cNvCxnSpPr>
          <p:nvPr/>
        </p:nvCxnSpPr>
        <p:spPr>
          <a:xfrm flipH="1" flipV="1">
            <a:off x="10104824" y="2167263"/>
            <a:ext cx="1979" cy="35390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6" name="Picture 15" descr="A yellow folder with a white background&#10;&#10;AI-generated content may be incorrect.">
            <a:extLst>
              <a:ext uri="{FF2B5EF4-FFF2-40B4-BE49-F238E27FC236}">
                <a16:creationId xmlns:a16="http://schemas.microsoft.com/office/drawing/2014/main" id="{810D2EE5-F8AD-C08A-92C9-4197B1B47F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6567" y="2642156"/>
            <a:ext cx="786703" cy="78670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89CE586-0742-CAEA-E4C2-109A6453D39A}"/>
              </a:ext>
            </a:extLst>
          </p:cNvPr>
          <p:cNvSpPr txBox="1"/>
          <p:nvPr/>
        </p:nvSpPr>
        <p:spPr>
          <a:xfrm>
            <a:off x="4713265" y="2859345"/>
            <a:ext cx="1460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sfincs</a:t>
            </a:r>
            <a:endParaRPr lang="en-US" dirty="0"/>
          </a:p>
        </p:txBody>
      </p:sp>
      <p:pic>
        <p:nvPicPr>
          <p:cNvPr id="18" name="Picture 17" descr="A yellow folder with a white background&#10;&#10;AI-generated content may be incorrect.">
            <a:extLst>
              <a:ext uri="{FF2B5EF4-FFF2-40B4-BE49-F238E27FC236}">
                <a16:creationId xmlns:a16="http://schemas.microsoft.com/office/drawing/2014/main" id="{61DDF52C-1840-30A4-829E-0588679D11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6567" y="3428859"/>
            <a:ext cx="786703" cy="78670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066925B-CBE1-41E4-D91F-13CC2509BE4E}"/>
              </a:ext>
            </a:extLst>
          </p:cNvPr>
          <p:cNvSpPr txBox="1"/>
          <p:nvPr/>
        </p:nvSpPr>
        <p:spPr>
          <a:xfrm>
            <a:off x="4713265" y="3646048"/>
            <a:ext cx="1460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schism</a:t>
            </a:r>
          </a:p>
        </p:txBody>
      </p:sp>
      <p:pic>
        <p:nvPicPr>
          <p:cNvPr id="20" name="Picture 19" descr="A yellow folder with a white background&#10;&#10;AI-generated content may be incorrect.">
            <a:extLst>
              <a:ext uri="{FF2B5EF4-FFF2-40B4-BE49-F238E27FC236}">
                <a16:creationId xmlns:a16="http://schemas.microsoft.com/office/drawing/2014/main" id="{42A6E251-7659-D437-AC61-E87ED0F556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7322" y="2642155"/>
            <a:ext cx="786703" cy="78670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EFB900EB-F395-1B9E-7F7D-56EA6A5664CF}"/>
              </a:ext>
            </a:extLst>
          </p:cNvPr>
          <p:cNvSpPr txBox="1"/>
          <p:nvPr/>
        </p:nvSpPr>
        <p:spPr>
          <a:xfrm>
            <a:off x="9834025" y="2859345"/>
            <a:ext cx="2072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{model}_{</a:t>
            </a:r>
            <a:r>
              <a:rPr lang="en-US" dirty="0" err="1"/>
              <a:t>simdate</a:t>
            </a:r>
            <a:r>
              <a:rPr lang="en-US" dirty="0"/>
              <a:t>}</a:t>
            </a:r>
          </a:p>
        </p:txBody>
      </p:sp>
      <p:pic>
        <p:nvPicPr>
          <p:cNvPr id="22" name="Picture 21" descr="A yellow folder with a white background&#10;&#10;AI-generated content may be incorrect.">
            <a:extLst>
              <a:ext uri="{FF2B5EF4-FFF2-40B4-BE49-F238E27FC236}">
                <a16:creationId xmlns:a16="http://schemas.microsoft.com/office/drawing/2014/main" id="{E2EACD4A-DE9E-7CCC-39C1-6542B13385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1950" y="1289481"/>
            <a:ext cx="786703" cy="786703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A47F8F2-2CC8-F71C-554A-F0C170F13EBF}"/>
              </a:ext>
            </a:extLst>
          </p:cNvPr>
          <p:cNvSpPr txBox="1"/>
          <p:nvPr/>
        </p:nvSpPr>
        <p:spPr>
          <a:xfrm>
            <a:off x="1539233" y="1571692"/>
            <a:ext cx="2212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coastalforcing</a:t>
            </a:r>
            <a:endParaRPr lang="en-US" dirty="0"/>
          </a:p>
        </p:txBody>
      </p:sp>
      <p:pic>
        <p:nvPicPr>
          <p:cNvPr id="24" name="Picture 23" descr="A yellow folder with a white background&#10;&#10;AI-generated content may be incorrect.">
            <a:extLst>
              <a:ext uri="{FF2B5EF4-FFF2-40B4-BE49-F238E27FC236}">
                <a16:creationId xmlns:a16="http://schemas.microsoft.com/office/drawing/2014/main" id="{788D3304-5553-B9DA-1640-D9DF23E241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530" y="1363007"/>
            <a:ext cx="786703" cy="786703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C8BE23EC-5E6F-8256-BD00-CB5509BF7A19}"/>
              </a:ext>
            </a:extLst>
          </p:cNvPr>
          <p:cNvSpPr txBox="1"/>
          <p:nvPr/>
        </p:nvSpPr>
        <p:spPr>
          <a:xfrm>
            <a:off x="4538653" y="1354232"/>
            <a:ext cx="22127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coastalmodels</a:t>
            </a:r>
            <a:endParaRPr lang="en-US" dirty="0"/>
          </a:p>
          <a:p>
            <a:r>
              <a:rPr lang="en-US" dirty="0"/>
              <a:t>(“static” model files)</a:t>
            </a:r>
          </a:p>
        </p:txBody>
      </p:sp>
      <p:pic>
        <p:nvPicPr>
          <p:cNvPr id="28" name="Picture 27" descr="A yellow folder with a white background&#10;&#10;AI-generated content may be incorrect.">
            <a:extLst>
              <a:ext uri="{FF2B5EF4-FFF2-40B4-BE49-F238E27FC236}">
                <a16:creationId xmlns:a16="http://schemas.microsoft.com/office/drawing/2014/main" id="{BF489495-6E87-CE8E-EC1D-0278BBFCA2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5222" y="1251634"/>
            <a:ext cx="786703" cy="786703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BD0F3977-4045-51D0-935D-94794775F36C}"/>
              </a:ext>
            </a:extLst>
          </p:cNvPr>
          <p:cNvSpPr txBox="1"/>
          <p:nvPr/>
        </p:nvSpPr>
        <p:spPr>
          <a:xfrm>
            <a:off x="9727130" y="1336267"/>
            <a:ext cx="23691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run</a:t>
            </a:r>
          </a:p>
          <a:p>
            <a:r>
              <a:rPr lang="en-US" dirty="0"/>
              <a:t>(temporary run folder)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96DE91D-85D8-2E95-26E6-0AB1C0B1FC67}"/>
              </a:ext>
            </a:extLst>
          </p:cNvPr>
          <p:cNvCxnSpPr>
            <a:cxnSpLocks/>
            <a:stCxn id="15" idx="1"/>
          </p:cNvCxnSpPr>
          <p:nvPr/>
        </p:nvCxnSpPr>
        <p:spPr>
          <a:xfrm flipV="1">
            <a:off x="7565157" y="2177719"/>
            <a:ext cx="0" cy="33573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9" name="Picture 8" descr="A yellow folder with a white background&#10;&#10;AI-generated content may be incorrect.">
            <a:extLst>
              <a:ext uri="{FF2B5EF4-FFF2-40B4-BE49-F238E27FC236}">
                <a16:creationId xmlns:a16="http://schemas.microsoft.com/office/drawing/2014/main" id="{4498492F-ECCA-6874-8A20-2C19B09DF2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0153" y="2651434"/>
            <a:ext cx="786703" cy="78670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587BA1D-A9EE-613A-877C-721F0A631953}"/>
              </a:ext>
            </a:extLst>
          </p:cNvPr>
          <p:cNvSpPr txBox="1"/>
          <p:nvPr/>
        </p:nvSpPr>
        <p:spPr>
          <a:xfrm>
            <a:off x="7626856" y="2851615"/>
            <a:ext cx="633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raw</a:t>
            </a:r>
          </a:p>
        </p:txBody>
      </p:sp>
      <p:sp>
        <p:nvSpPr>
          <p:cNvPr id="15" name="Left Bracket 14">
            <a:extLst>
              <a:ext uri="{FF2B5EF4-FFF2-40B4-BE49-F238E27FC236}">
                <a16:creationId xmlns:a16="http://schemas.microsoft.com/office/drawing/2014/main" id="{B1B45534-D0D1-4B57-3F2D-9393865EC311}"/>
              </a:ext>
            </a:extLst>
          </p:cNvPr>
          <p:cNvSpPr/>
          <p:nvPr/>
        </p:nvSpPr>
        <p:spPr>
          <a:xfrm rot="5400000">
            <a:off x="7301227" y="1838342"/>
            <a:ext cx="527859" cy="1878072"/>
          </a:xfrm>
          <a:prstGeom prst="leftBracket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F64C0F7-8D92-913C-0DDB-EE426391353C}"/>
              </a:ext>
            </a:extLst>
          </p:cNvPr>
          <p:cNvSpPr/>
          <p:nvPr/>
        </p:nvSpPr>
        <p:spPr>
          <a:xfrm>
            <a:off x="6840153" y="1137138"/>
            <a:ext cx="5214680" cy="939042"/>
          </a:xfrm>
          <a:prstGeom prst="rect">
            <a:avLst/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258E737-738C-D505-A661-7CA09DE168C4}"/>
              </a:ext>
            </a:extLst>
          </p:cNvPr>
          <p:cNvSpPr txBox="1"/>
          <p:nvPr/>
        </p:nvSpPr>
        <p:spPr>
          <a:xfrm>
            <a:off x="7669848" y="779281"/>
            <a:ext cx="3769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these should be externally mounted</a:t>
            </a:r>
          </a:p>
        </p:txBody>
      </p:sp>
    </p:spTree>
    <p:extLst>
      <p:ext uri="{BB962C8B-B14F-4D97-AF65-F5344CB8AC3E}">
        <p14:creationId xmlns:p14="http://schemas.microsoft.com/office/powerpoint/2010/main" val="26420223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5020C-DEC0-46B6-4B1E-1CDE385FC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>
            <a:extLst>
              <a:ext uri="{FF2B5EF4-FFF2-40B4-BE49-F238E27FC236}">
                <a16:creationId xmlns:a16="http://schemas.microsoft.com/office/drawing/2014/main" id="{A00F7AA7-DDE8-C50D-F85D-AA69B48118F5}"/>
              </a:ext>
            </a:extLst>
          </p:cNvPr>
          <p:cNvSpPr txBox="1"/>
          <p:nvPr/>
        </p:nvSpPr>
        <p:spPr>
          <a:xfrm>
            <a:off x="6873022" y="2926157"/>
            <a:ext cx="3880337" cy="28931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Main workflow script, calls: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download_data/data_downloader.py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functions for downloading raw forcing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process_data/data_processor.py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functions for processing the raw data to the model specific input format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saves the processed files to the simulation run folder</a:t>
            </a:r>
          </a:p>
          <a:p>
            <a:r>
              <a:rPr lang="en-US" sz="1400" dirty="0"/>
              <a:t>Then also copies the necessary base model simulation files to the simulation run folder, resulting in a folder with all needed simulation files ready to run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762CC6-F287-857B-E7C5-668FA47A27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02" b="2759"/>
          <a:stretch>
            <a:fillRect/>
          </a:stretch>
        </p:blipFill>
        <p:spPr>
          <a:xfrm>
            <a:off x="933374" y="2080845"/>
            <a:ext cx="2306737" cy="202809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C02B133-2860-9B78-CCE9-12B2C2F45C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5964" y="2080845"/>
            <a:ext cx="1542904" cy="1377000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A8643A1-2057-138A-1800-7BC2570CE488}"/>
              </a:ext>
            </a:extLst>
          </p:cNvPr>
          <p:cNvCxnSpPr/>
          <p:nvPr/>
        </p:nvCxnSpPr>
        <p:spPr>
          <a:xfrm>
            <a:off x="2479431" y="2215662"/>
            <a:ext cx="17232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0C39CEA-1A7F-93A6-D066-39E0059B1F11}"/>
              </a:ext>
            </a:extLst>
          </p:cNvPr>
          <p:cNvCxnSpPr/>
          <p:nvPr/>
        </p:nvCxnSpPr>
        <p:spPr>
          <a:xfrm>
            <a:off x="5070231" y="3042139"/>
            <a:ext cx="17232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92038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D87FB-8F16-2E73-4E49-22012906C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>
            <a:extLst>
              <a:ext uri="{FF2B5EF4-FFF2-40B4-BE49-F238E27FC236}">
                <a16:creationId xmlns:a16="http://schemas.microsoft.com/office/drawing/2014/main" id="{1153EF99-7C0E-29F1-E224-84B66BFD347D}"/>
              </a:ext>
            </a:extLst>
          </p:cNvPr>
          <p:cNvSpPr txBox="1"/>
          <p:nvPr/>
        </p:nvSpPr>
        <p:spPr>
          <a:xfrm>
            <a:off x="621322" y="1285808"/>
            <a:ext cx="4431323" cy="39703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Main workflow script, calls: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download_data/data_downloader.py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functions for downloading raw forcing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process_data/data_processor.py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functions for processing the raw data to the model specific input format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saves the processed files to the simulation run folder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Then also copies the necessary base model simulation files to the simulation run folder, resulting in a folder with all needed simulation files ready to run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006035E-DD69-AAC0-DD08-4C72CE00599B}"/>
              </a:ext>
            </a:extLst>
          </p:cNvPr>
          <p:cNvCxnSpPr>
            <a:cxnSpLocks/>
          </p:cNvCxnSpPr>
          <p:nvPr/>
        </p:nvCxnSpPr>
        <p:spPr>
          <a:xfrm flipV="1">
            <a:off x="4730262" y="1601874"/>
            <a:ext cx="920261" cy="4555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A146EB9-36CF-8798-CBB3-D1CBDB26BD5E}"/>
              </a:ext>
            </a:extLst>
          </p:cNvPr>
          <p:cNvSpPr txBox="1"/>
          <p:nvPr/>
        </p:nvSpPr>
        <p:spPr>
          <a:xfrm>
            <a:off x="5814648" y="463061"/>
            <a:ext cx="6002214" cy="61863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To meet AC, </a:t>
            </a:r>
            <a:r>
              <a:rPr lang="en-US" dirty="0" err="1"/>
              <a:t>data_downloader</a:t>
            </a:r>
            <a:r>
              <a:rPr lang="en-US" dirty="0"/>
              <a:t> needs to: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Download </a:t>
            </a:r>
            <a:r>
              <a:rPr lang="en-US" dirty="0" err="1"/>
              <a:t>nwm</a:t>
            </a:r>
            <a:r>
              <a:rPr lang="en-US" dirty="0"/>
              <a:t> retrospective streamflow if </a:t>
            </a:r>
            <a:r>
              <a:rPr lang="en-US" dirty="0" err="1"/>
              <a:t>hydrology_source</a:t>
            </a:r>
            <a:r>
              <a:rPr lang="en-US" dirty="0"/>
              <a:t> = </a:t>
            </a:r>
            <a:r>
              <a:rPr lang="en-US" dirty="0" err="1"/>
              <a:t>nwm</a:t>
            </a:r>
            <a:r>
              <a:rPr lang="en-US" dirty="0"/>
              <a:t> and </a:t>
            </a:r>
            <a:r>
              <a:rPr lang="en-US" dirty="0" err="1"/>
              <a:t>meteo_source</a:t>
            </a:r>
            <a:r>
              <a:rPr lang="en-US" dirty="0"/>
              <a:t> = </a:t>
            </a:r>
            <a:r>
              <a:rPr lang="en-US" dirty="0" err="1"/>
              <a:t>nwm_retro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Downlowd</a:t>
            </a:r>
            <a:r>
              <a:rPr lang="en-US" dirty="0"/>
              <a:t> </a:t>
            </a:r>
            <a:r>
              <a:rPr lang="en-US" dirty="0" err="1"/>
              <a:t>nwm</a:t>
            </a:r>
            <a:r>
              <a:rPr lang="en-US" dirty="0"/>
              <a:t> retrospective atmospheric data if </a:t>
            </a:r>
            <a:r>
              <a:rPr lang="en-US" dirty="0" err="1"/>
              <a:t>meteo_source</a:t>
            </a:r>
            <a:r>
              <a:rPr lang="en-US" dirty="0"/>
              <a:t> = </a:t>
            </a:r>
            <a:r>
              <a:rPr lang="en-US" dirty="0" err="1"/>
              <a:t>nwm_retro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Download </a:t>
            </a:r>
            <a:r>
              <a:rPr lang="en-US" dirty="0" err="1"/>
              <a:t>nwm</a:t>
            </a:r>
            <a:r>
              <a:rPr lang="en-US" dirty="0"/>
              <a:t> </a:t>
            </a:r>
            <a:r>
              <a:rPr lang="en-US" dirty="0" err="1"/>
              <a:t>AnA</a:t>
            </a:r>
            <a:r>
              <a:rPr lang="en-US" dirty="0"/>
              <a:t> cycle streamflow if </a:t>
            </a:r>
            <a:r>
              <a:rPr lang="en-US" dirty="0" err="1"/>
              <a:t>hydrology_source</a:t>
            </a:r>
            <a:r>
              <a:rPr lang="en-US" dirty="0"/>
              <a:t>=</a:t>
            </a:r>
            <a:r>
              <a:rPr lang="en-US" dirty="0" err="1"/>
              <a:t>nwm</a:t>
            </a:r>
            <a:r>
              <a:rPr lang="en-US" dirty="0"/>
              <a:t> and </a:t>
            </a:r>
            <a:r>
              <a:rPr lang="en-US" dirty="0" err="1"/>
              <a:t>meteo_source</a:t>
            </a:r>
            <a:r>
              <a:rPr lang="en-US" dirty="0"/>
              <a:t> = </a:t>
            </a:r>
            <a:r>
              <a:rPr lang="en-US" dirty="0" err="1"/>
              <a:t>nwm_ana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Download </a:t>
            </a:r>
            <a:r>
              <a:rPr lang="en-US" dirty="0" err="1"/>
              <a:t>nwm</a:t>
            </a:r>
            <a:r>
              <a:rPr lang="en-US" dirty="0"/>
              <a:t> </a:t>
            </a:r>
            <a:r>
              <a:rPr lang="en-US" dirty="0" err="1"/>
              <a:t>AnA</a:t>
            </a:r>
            <a:r>
              <a:rPr lang="en-US" dirty="0"/>
              <a:t> cycle atmospheric data if </a:t>
            </a:r>
            <a:r>
              <a:rPr lang="en-US" dirty="0" err="1"/>
              <a:t>meteo_source</a:t>
            </a:r>
            <a:r>
              <a:rPr lang="en-US" dirty="0"/>
              <a:t> = </a:t>
            </a:r>
            <a:r>
              <a:rPr lang="en-US" dirty="0" err="1"/>
              <a:t>nwm_ana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Download STOFS if </a:t>
            </a:r>
            <a:r>
              <a:rPr lang="en-US" dirty="0" err="1"/>
              <a:t>coastal_water_level_source</a:t>
            </a:r>
            <a:r>
              <a:rPr lang="en-US" dirty="0"/>
              <a:t> = </a:t>
            </a:r>
            <a:r>
              <a:rPr lang="en-US" dirty="0" err="1"/>
              <a:t>stofs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Download GLOFS if </a:t>
            </a:r>
            <a:r>
              <a:rPr lang="en-US" dirty="0" err="1"/>
              <a:t>coastal_water_level_source</a:t>
            </a:r>
            <a:r>
              <a:rPr lang="en-US" dirty="0"/>
              <a:t> = </a:t>
            </a:r>
            <a:r>
              <a:rPr lang="en-US" dirty="0" err="1"/>
              <a:t>glofs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Download NOAA observations within domain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For the time period specified by </a:t>
            </a:r>
            <a:r>
              <a:rPr lang="en-US" dirty="0" err="1"/>
              <a:t>start_time</a:t>
            </a:r>
            <a:r>
              <a:rPr lang="en-US" dirty="0"/>
              <a:t>, </a:t>
            </a:r>
            <a:r>
              <a:rPr lang="en-US" dirty="0" err="1"/>
              <a:t>end_time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927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2051B-6B43-69A4-5608-D3650626F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>
            <a:extLst>
              <a:ext uri="{FF2B5EF4-FFF2-40B4-BE49-F238E27FC236}">
                <a16:creationId xmlns:a16="http://schemas.microsoft.com/office/drawing/2014/main" id="{92539C85-2726-8565-561D-282E2213A421}"/>
              </a:ext>
            </a:extLst>
          </p:cNvPr>
          <p:cNvSpPr txBox="1"/>
          <p:nvPr/>
        </p:nvSpPr>
        <p:spPr>
          <a:xfrm>
            <a:off x="621322" y="1285808"/>
            <a:ext cx="4431323" cy="39703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Main workflow script, calls: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download_data/data_downloader.py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functions for downloading raw forcing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process_data/data_processor.py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functions for processing the raw data to the model specific input format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saves the processed files to the simulation run folder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Then also copies the necessary base model simulation files to the simulation run folder, resulting in a folder with all needed simulation files ready to run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4E8B74A-4470-6017-B094-E78F66E4FB25}"/>
              </a:ext>
            </a:extLst>
          </p:cNvPr>
          <p:cNvCxnSpPr>
            <a:cxnSpLocks/>
          </p:cNvCxnSpPr>
          <p:nvPr/>
        </p:nvCxnSpPr>
        <p:spPr>
          <a:xfrm>
            <a:off x="4741985" y="2579077"/>
            <a:ext cx="93784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9397056-4E1B-8691-1A14-9F1BC421C300}"/>
              </a:ext>
            </a:extLst>
          </p:cNvPr>
          <p:cNvSpPr txBox="1"/>
          <p:nvPr/>
        </p:nvSpPr>
        <p:spPr>
          <a:xfrm>
            <a:off x="5879124" y="53214"/>
            <a:ext cx="6002214" cy="67403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To meet AC, </a:t>
            </a:r>
            <a:r>
              <a:rPr lang="en-US" sz="1600" dirty="0" err="1"/>
              <a:t>data_processor</a:t>
            </a:r>
            <a:r>
              <a:rPr lang="en-US" sz="1600" dirty="0"/>
              <a:t> needs to: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Process </a:t>
            </a:r>
            <a:r>
              <a:rPr lang="en-US" sz="1600" dirty="0" err="1"/>
              <a:t>nwm</a:t>
            </a:r>
            <a:r>
              <a:rPr lang="en-US" sz="1600" dirty="0"/>
              <a:t> retrospective streamflow if </a:t>
            </a:r>
            <a:r>
              <a:rPr lang="en-US" sz="1600" dirty="0" err="1"/>
              <a:t>hydrology_source</a:t>
            </a:r>
            <a:r>
              <a:rPr lang="en-US" sz="1600" dirty="0"/>
              <a:t> = </a:t>
            </a:r>
            <a:r>
              <a:rPr lang="en-US" sz="1600" dirty="0" err="1"/>
              <a:t>nwm</a:t>
            </a:r>
            <a:r>
              <a:rPr lang="en-US" sz="1600" dirty="0"/>
              <a:t> and </a:t>
            </a:r>
            <a:r>
              <a:rPr lang="en-US" sz="1600" dirty="0" err="1"/>
              <a:t>meteo_source</a:t>
            </a:r>
            <a:r>
              <a:rPr lang="en-US" sz="1600" dirty="0"/>
              <a:t> = </a:t>
            </a:r>
            <a:r>
              <a:rPr lang="en-US" sz="1600" dirty="0" err="1"/>
              <a:t>nwm_retro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Process </a:t>
            </a:r>
            <a:r>
              <a:rPr lang="en-US" sz="1600" dirty="0" err="1"/>
              <a:t>nwm</a:t>
            </a:r>
            <a:r>
              <a:rPr lang="en-US" sz="1600" dirty="0"/>
              <a:t> retrospective atmospheric data if </a:t>
            </a:r>
            <a:r>
              <a:rPr lang="en-US" sz="1600" dirty="0" err="1"/>
              <a:t>meteo_source</a:t>
            </a:r>
            <a:r>
              <a:rPr lang="en-US" sz="1600" dirty="0"/>
              <a:t> = </a:t>
            </a:r>
            <a:r>
              <a:rPr lang="en-US" sz="1600" dirty="0" err="1"/>
              <a:t>nwm_retro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Process </a:t>
            </a:r>
            <a:r>
              <a:rPr lang="en-US" sz="1600" dirty="0" err="1"/>
              <a:t>nwm</a:t>
            </a:r>
            <a:r>
              <a:rPr lang="en-US" sz="1600" dirty="0"/>
              <a:t> </a:t>
            </a:r>
            <a:r>
              <a:rPr lang="en-US" sz="1600" dirty="0" err="1"/>
              <a:t>AnA</a:t>
            </a:r>
            <a:r>
              <a:rPr lang="en-US" sz="1600" dirty="0"/>
              <a:t> cycle streamflow if </a:t>
            </a:r>
            <a:r>
              <a:rPr lang="en-US" sz="1600" dirty="0" err="1"/>
              <a:t>hydrology_source</a:t>
            </a:r>
            <a:r>
              <a:rPr lang="en-US" sz="1600" dirty="0"/>
              <a:t>=</a:t>
            </a:r>
            <a:r>
              <a:rPr lang="en-US" sz="1600" dirty="0" err="1"/>
              <a:t>nwm</a:t>
            </a:r>
            <a:r>
              <a:rPr lang="en-US" sz="1600" dirty="0"/>
              <a:t> and </a:t>
            </a:r>
            <a:r>
              <a:rPr lang="en-US" sz="1600" dirty="0" err="1"/>
              <a:t>meteo_source</a:t>
            </a:r>
            <a:r>
              <a:rPr lang="en-US" sz="1600" dirty="0"/>
              <a:t> = </a:t>
            </a:r>
            <a:r>
              <a:rPr lang="en-US" sz="1600" dirty="0" err="1"/>
              <a:t>nwm_ana</a:t>
            </a:r>
            <a:r>
              <a:rPr lang="en-US" sz="16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Process </a:t>
            </a:r>
            <a:r>
              <a:rPr lang="en-US" sz="1600" dirty="0" err="1"/>
              <a:t>nwm</a:t>
            </a:r>
            <a:r>
              <a:rPr lang="en-US" sz="1600" dirty="0"/>
              <a:t> </a:t>
            </a:r>
            <a:r>
              <a:rPr lang="en-US" sz="1600" dirty="0" err="1"/>
              <a:t>AnA</a:t>
            </a:r>
            <a:r>
              <a:rPr lang="en-US" sz="1600" dirty="0"/>
              <a:t> cycle atmospheric data if </a:t>
            </a:r>
            <a:r>
              <a:rPr lang="en-US" sz="1600" dirty="0" err="1"/>
              <a:t>meteo_source</a:t>
            </a:r>
            <a:r>
              <a:rPr lang="en-US" sz="1600" dirty="0"/>
              <a:t> = </a:t>
            </a:r>
            <a:r>
              <a:rPr lang="en-US" sz="1600" dirty="0" err="1"/>
              <a:t>nwm_ana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Process </a:t>
            </a:r>
            <a:r>
              <a:rPr lang="en-US" sz="1600" dirty="0" err="1"/>
              <a:t>ngen</a:t>
            </a:r>
            <a:r>
              <a:rPr lang="en-US" sz="1600" dirty="0"/>
              <a:t> streamflow if </a:t>
            </a:r>
            <a:r>
              <a:rPr lang="en-US" sz="1600" dirty="0" err="1"/>
              <a:t>hydrology_source</a:t>
            </a:r>
            <a:r>
              <a:rPr lang="en-US" sz="1600" dirty="0"/>
              <a:t> = </a:t>
            </a:r>
            <a:r>
              <a:rPr lang="en-US" sz="1600" dirty="0" err="1"/>
              <a:t>ngen</a:t>
            </a:r>
            <a:r>
              <a:rPr lang="en-US" sz="1600" dirty="0"/>
              <a:t> </a:t>
            </a:r>
            <a:r>
              <a:rPr lang="en-US" sz="1600" dirty="0">
                <a:solidFill>
                  <a:srgbClr val="FF0000"/>
                </a:solidFill>
              </a:rPr>
              <a:t>(from wherever this is on OE already???)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Process STOFS if </a:t>
            </a:r>
            <a:r>
              <a:rPr lang="en-US" sz="1600" dirty="0" err="1"/>
              <a:t>coastal_water_level_source</a:t>
            </a:r>
            <a:r>
              <a:rPr lang="en-US" sz="1600" dirty="0"/>
              <a:t> = </a:t>
            </a:r>
            <a:r>
              <a:rPr lang="en-US" sz="1600" dirty="0" err="1"/>
              <a:t>stofs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Process GLOFS if </a:t>
            </a:r>
            <a:r>
              <a:rPr lang="en-US" sz="1600" dirty="0" err="1"/>
              <a:t>coastal_water_level_source</a:t>
            </a:r>
            <a:r>
              <a:rPr lang="en-US" sz="1600" dirty="0"/>
              <a:t> = </a:t>
            </a:r>
            <a:r>
              <a:rPr lang="en-US" sz="1600" dirty="0" err="1"/>
              <a:t>glofs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Process TPXO if </a:t>
            </a:r>
            <a:r>
              <a:rPr lang="en-US" sz="1600" dirty="0" err="1"/>
              <a:t>coastal_water_level_source</a:t>
            </a:r>
            <a:r>
              <a:rPr lang="en-US" sz="1600" dirty="0"/>
              <a:t> = </a:t>
            </a:r>
            <a:r>
              <a:rPr lang="en-US" sz="1600" dirty="0" err="1"/>
              <a:t>tpxo</a:t>
            </a:r>
            <a:r>
              <a:rPr lang="en-US" sz="1600" dirty="0"/>
              <a:t> </a:t>
            </a:r>
            <a:r>
              <a:rPr lang="en-US" sz="1600" dirty="0">
                <a:solidFill>
                  <a:srgbClr val="FF0000"/>
                </a:solidFill>
              </a:rPr>
              <a:t>(from wherever this is on OE already???)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r>
              <a:rPr lang="en-US" sz="1600" dirty="0"/>
              <a:t>For the time period specified by </a:t>
            </a:r>
            <a:r>
              <a:rPr lang="en-US" sz="1600" dirty="0" err="1"/>
              <a:t>start_time</a:t>
            </a:r>
            <a:r>
              <a:rPr lang="en-US" sz="1600" dirty="0"/>
              <a:t>, </a:t>
            </a:r>
            <a:r>
              <a:rPr lang="en-US" sz="1600" dirty="0" err="1"/>
              <a:t>end_time</a:t>
            </a:r>
            <a:endParaRPr lang="en-US" sz="1600" dirty="0"/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Copy all processed files to the simulation run folder</a:t>
            </a:r>
          </a:p>
        </p:txBody>
      </p:sp>
    </p:spTree>
    <p:extLst>
      <p:ext uri="{BB962C8B-B14F-4D97-AF65-F5344CB8AC3E}">
        <p14:creationId xmlns:p14="http://schemas.microsoft.com/office/powerpoint/2010/main" val="4893407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BDC3F-5F83-0708-736C-9CB6A9B4C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>
            <a:extLst>
              <a:ext uri="{FF2B5EF4-FFF2-40B4-BE49-F238E27FC236}">
                <a16:creationId xmlns:a16="http://schemas.microsoft.com/office/drawing/2014/main" id="{EDEA5253-0747-B4B7-8970-44A19239CFFD}"/>
              </a:ext>
            </a:extLst>
          </p:cNvPr>
          <p:cNvSpPr txBox="1"/>
          <p:nvPr/>
        </p:nvSpPr>
        <p:spPr>
          <a:xfrm>
            <a:off x="621322" y="1285808"/>
            <a:ext cx="4431323" cy="39703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Main workflow script, calls: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download_data/data_downloader.py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functions for downloading raw forcing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process_data/data_processor.py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functions for processing the raw data to the model specific input format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saves the processed files to the simulation run folder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Then also copies the necessary base model simulation files to the simulation run folder, resulting in a folder with all needed simulation files ready to run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EEB2A78-C76F-CDE8-D43C-0BE70BEDE605}"/>
              </a:ext>
            </a:extLst>
          </p:cNvPr>
          <p:cNvCxnSpPr>
            <a:cxnSpLocks/>
          </p:cNvCxnSpPr>
          <p:nvPr/>
        </p:nvCxnSpPr>
        <p:spPr>
          <a:xfrm flipV="1">
            <a:off x="4677508" y="2051538"/>
            <a:ext cx="1488830" cy="21629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2B097E1-5890-62C3-B124-2C285B700F7F}"/>
              </a:ext>
            </a:extLst>
          </p:cNvPr>
          <p:cNvSpPr txBox="1"/>
          <p:nvPr/>
        </p:nvSpPr>
        <p:spPr>
          <a:xfrm>
            <a:off x="5902571" y="838660"/>
            <a:ext cx="6002214" cy="10772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To meet AC, main workflow script needs to: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Copy (mostly) static files into the simulation run folder (the “base model files”)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D627E7F-ED06-9CFE-F9CE-76E82C3BFE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2132" y="2743255"/>
            <a:ext cx="1872065" cy="282784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07C9395-209A-F7B3-F4E6-26073BADFD78}"/>
              </a:ext>
            </a:extLst>
          </p:cNvPr>
          <p:cNvSpPr txBox="1"/>
          <p:nvPr/>
        </p:nvSpPr>
        <p:spPr>
          <a:xfrm>
            <a:off x="6287197" y="2373923"/>
            <a:ext cx="1826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Base model files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32002E-D826-75EC-9944-F535C81D4BAB}"/>
              </a:ext>
            </a:extLst>
          </p:cNvPr>
          <p:cNvSpPr txBox="1"/>
          <p:nvPr/>
        </p:nvSpPr>
        <p:spPr>
          <a:xfrm>
            <a:off x="9127384" y="2373923"/>
            <a:ext cx="13824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Forcing files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0BD541-E135-2DAF-99B5-CDCC9D902B3B}"/>
              </a:ext>
            </a:extLst>
          </p:cNvPr>
          <p:cNvSpPr/>
          <p:nvPr/>
        </p:nvSpPr>
        <p:spPr>
          <a:xfrm>
            <a:off x="6441831" y="4788873"/>
            <a:ext cx="1336431" cy="304855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6060E4-0539-F49F-9ED6-718A15A95671}"/>
              </a:ext>
            </a:extLst>
          </p:cNvPr>
          <p:cNvSpPr/>
          <p:nvPr/>
        </p:nvSpPr>
        <p:spPr>
          <a:xfrm>
            <a:off x="6441824" y="5181596"/>
            <a:ext cx="1336431" cy="304855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EC5C941-6B3D-2749-D71E-6611FD5851E4}"/>
              </a:ext>
            </a:extLst>
          </p:cNvPr>
          <p:cNvCxnSpPr>
            <a:cxnSpLocks/>
            <a:endCxn id="14" idx="3"/>
          </p:cNvCxnSpPr>
          <p:nvPr/>
        </p:nvCxnSpPr>
        <p:spPr>
          <a:xfrm flipH="1">
            <a:off x="5719554" y="4961761"/>
            <a:ext cx="722270" cy="985745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9FDD38D-4F20-AC59-CFE2-F726A076519D}"/>
              </a:ext>
            </a:extLst>
          </p:cNvPr>
          <p:cNvCxnSpPr>
            <a:cxnSpLocks/>
            <a:stCxn id="8" idx="1"/>
            <a:endCxn id="13" idx="3"/>
          </p:cNvCxnSpPr>
          <p:nvPr/>
        </p:nvCxnSpPr>
        <p:spPr>
          <a:xfrm flipH="1">
            <a:off x="5745587" y="5334024"/>
            <a:ext cx="696237" cy="1098928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387F4F5-9709-8593-6FE7-5DDD2FD5B62F}"/>
              </a:ext>
            </a:extLst>
          </p:cNvPr>
          <p:cNvSpPr txBox="1"/>
          <p:nvPr/>
        </p:nvSpPr>
        <p:spPr>
          <a:xfrm>
            <a:off x="2861528" y="6294452"/>
            <a:ext cx="28840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copy this one if </a:t>
            </a:r>
            <a:r>
              <a:rPr lang="en-US" sz="1200" dirty="0" err="1"/>
              <a:t>hydrology_source</a:t>
            </a:r>
            <a:r>
              <a:rPr lang="en-US" sz="1200" dirty="0"/>
              <a:t> = </a:t>
            </a:r>
            <a:r>
              <a:rPr lang="en-US" sz="1200" dirty="0" err="1"/>
              <a:t>nwm</a:t>
            </a:r>
            <a:endParaRPr lang="en-US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FB20A92-8078-A760-3DAF-E9C318C71FF3}"/>
              </a:ext>
            </a:extLst>
          </p:cNvPr>
          <p:cNvSpPr txBox="1"/>
          <p:nvPr/>
        </p:nvSpPr>
        <p:spPr>
          <a:xfrm>
            <a:off x="2861528" y="5809006"/>
            <a:ext cx="28580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copy this one if </a:t>
            </a:r>
            <a:r>
              <a:rPr lang="en-US" sz="1200" dirty="0" err="1"/>
              <a:t>hydrology_source</a:t>
            </a:r>
            <a:r>
              <a:rPr lang="en-US" sz="1200" dirty="0"/>
              <a:t> = </a:t>
            </a:r>
            <a:r>
              <a:rPr lang="en-US" sz="1200" dirty="0" err="1"/>
              <a:t>ngen</a:t>
            </a:r>
            <a:endParaRPr lang="en-US" sz="12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6F81924-C4A1-A835-BCCC-ABD09288CDB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064" b="3063"/>
          <a:stretch>
            <a:fillRect/>
          </a:stretch>
        </p:blipFill>
        <p:spPr>
          <a:xfrm>
            <a:off x="9062983" y="2743255"/>
            <a:ext cx="1650487" cy="215203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D0CDDF7D-90DF-DB80-E453-0FF8A18182FC}"/>
              </a:ext>
            </a:extLst>
          </p:cNvPr>
          <p:cNvSpPr txBox="1"/>
          <p:nvPr/>
        </p:nvSpPr>
        <p:spPr>
          <a:xfrm>
            <a:off x="7929038" y="2004591"/>
            <a:ext cx="1318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 SFINCS</a:t>
            </a:r>
          </a:p>
        </p:txBody>
      </p:sp>
    </p:spTree>
    <p:extLst>
      <p:ext uri="{BB962C8B-B14F-4D97-AF65-F5344CB8AC3E}">
        <p14:creationId xmlns:p14="http://schemas.microsoft.com/office/powerpoint/2010/main" val="25308704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1099</Words>
  <Application>Microsoft Office PowerPoint</Application>
  <PresentationFormat>Widescreen</PresentationFormat>
  <Paragraphs>144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Coastal Forcing Engine</vt:lpstr>
      <vt:lpstr>Draft Structure Design</vt:lpstr>
      <vt:lpstr>Draft Structure Design</vt:lpstr>
      <vt:lpstr>Draft Structure Design</vt:lpstr>
      <vt:lpstr>Draft Structure Design</vt:lpstr>
      <vt:lpstr>Draft Structure Design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Lauren Schambach</dc:creator>
  <cp:lastModifiedBy>Lauren Schambach</cp:lastModifiedBy>
  <cp:revision>1</cp:revision>
  <dcterms:created xsi:type="dcterms:W3CDTF">2025-07-24T13:50:02Z</dcterms:created>
  <dcterms:modified xsi:type="dcterms:W3CDTF">2025-08-15T19:16:39Z</dcterms:modified>
</cp:coreProperties>
</file>